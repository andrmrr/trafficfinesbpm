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5143500" cx="9144000"/>
  <p:notesSz cx="6858000" cy="9144000"/>
  <p:embeddedFontLst>
    <p:embeddedFont>
      <p:font typeface="Playfair Display"/>
      <p:regular r:id="rId28"/>
      <p:bold r:id="rId29"/>
      <p:italic r:id="rId30"/>
      <p:boldItalic r:id="rId31"/>
    </p:embeddedFont>
    <p:embeddedFont>
      <p:font typeface="Anaheim"/>
      <p:regular r:id="rId32"/>
      <p:bold r:id="rId33"/>
    </p:embeddedFont>
    <p:embeddedFont>
      <p:font typeface="Atkinson Hyperlegible"/>
      <p:regular r:id="rId34"/>
      <p:bold r:id="rId35"/>
      <p:italic r:id="rId36"/>
      <p:boldItalic r:id="rId37"/>
    </p:embeddedFont>
    <p:embeddedFont>
      <p:font typeface="Bebas Neue"/>
      <p:regular r:id="rId38"/>
    </p:embeddedFont>
    <p:embeddedFont>
      <p:font typeface="Yeseva One"/>
      <p:regular r:id="rId39"/>
    </p:embeddedFont>
    <p:embeddedFont>
      <p:font typeface="PT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gmj/GiT6QUtxRduUy9f4npcTdQ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TSans-regular.fntdata"/><Relationship Id="rId20" Type="http://schemas.openxmlformats.org/officeDocument/2006/relationships/slide" Target="slides/slide16.xml"/><Relationship Id="rId42" Type="http://schemas.openxmlformats.org/officeDocument/2006/relationships/font" Target="fonts/PTSans-italic.fntdata"/><Relationship Id="rId41" Type="http://schemas.openxmlformats.org/officeDocument/2006/relationships/font" Target="fonts/PTSans-bold.fntdata"/><Relationship Id="rId22" Type="http://schemas.openxmlformats.org/officeDocument/2006/relationships/slide" Target="slides/slide18.xml"/><Relationship Id="rId44" Type="http://customschemas.google.com/relationships/presentationmetadata" Target="metadata"/><Relationship Id="rId21" Type="http://schemas.openxmlformats.org/officeDocument/2006/relationships/slide" Target="slides/slide17.xml"/><Relationship Id="rId43" Type="http://schemas.openxmlformats.org/officeDocument/2006/relationships/font" Target="fonts/PTSans-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layfairDisplay-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layfairDisplay-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layfairDisplay-boldItalic.fntdata"/><Relationship Id="rId30" Type="http://schemas.openxmlformats.org/officeDocument/2006/relationships/font" Target="fonts/PlayfairDisplay-italic.fntdata"/><Relationship Id="rId11" Type="http://schemas.openxmlformats.org/officeDocument/2006/relationships/slide" Target="slides/slide7.xml"/><Relationship Id="rId33" Type="http://schemas.openxmlformats.org/officeDocument/2006/relationships/font" Target="fonts/Anaheim-bold.fntdata"/><Relationship Id="rId10" Type="http://schemas.openxmlformats.org/officeDocument/2006/relationships/slide" Target="slides/slide6.xml"/><Relationship Id="rId32" Type="http://schemas.openxmlformats.org/officeDocument/2006/relationships/font" Target="fonts/Anaheim-regular.fntdata"/><Relationship Id="rId13" Type="http://schemas.openxmlformats.org/officeDocument/2006/relationships/slide" Target="slides/slide9.xml"/><Relationship Id="rId35" Type="http://schemas.openxmlformats.org/officeDocument/2006/relationships/font" Target="fonts/AtkinsonHyperlegible-bold.fntdata"/><Relationship Id="rId12" Type="http://schemas.openxmlformats.org/officeDocument/2006/relationships/slide" Target="slides/slide8.xml"/><Relationship Id="rId34" Type="http://schemas.openxmlformats.org/officeDocument/2006/relationships/font" Target="fonts/AtkinsonHyperlegible-regular.fntdata"/><Relationship Id="rId15" Type="http://schemas.openxmlformats.org/officeDocument/2006/relationships/slide" Target="slides/slide11.xml"/><Relationship Id="rId37" Type="http://schemas.openxmlformats.org/officeDocument/2006/relationships/font" Target="fonts/AtkinsonHyperlegible-boldItalic.fntdata"/><Relationship Id="rId14" Type="http://schemas.openxmlformats.org/officeDocument/2006/relationships/slide" Target="slides/slide10.xml"/><Relationship Id="rId36" Type="http://schemas.openxmlformats.org/officeDocument/2006/relationships/font" Target="fonts/AtkinsonHyperlegible-italic.fntdata"/><Relationship Id="rId17" Type="http://schemas.openxmlformats.org/officeDocument/2006/relationships/slide" Target="slides/slide13.xml"/><Relationship Id="rId39" Type="http://schemas.openxmlformats.org/officeDocument/2006/relationships/font" Target="fonts/YesevaOne-regular.fntdata"/><Relationship Id="rId16" Type="http://schemas.openxmlformats.org/officeDocument/2006/relationships/slide" Target="slides/slide12.xml"/><Relationship Id="rId38" Type="http://schemas.openxmlformats.org/officeDocument/2006/relationships/font" Target="fonts/BebasNeue-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1feb7dc331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1feb7dc331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1f93b5154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31f93b5154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Managing road traffic fines plays a vital role in keeping roads safe and maintaining order. </a:t>
            </a:r>
            <a:endParaRPr/>
          </a:p>
          <a:p>
            <a:pPr indent="0" lvl="0" marL="0" rtl="0" algn="l">
              <a:lnSpc>
                <a:spcPct val="100000"/>
              </a:lnSpc>
              <a:spcBef>
                <a:spcPts val="0"/>
              </a:spcBef>
              <a:spcAft>
                <a:spcPts val="0"/>
              </a:spcAft>
              <a:buSzPts val="1100"/>
              <a:buNone/>
            </a:pPr>
            <a:r>
              <a:rPr lang="en"/>
              <a:t>However, the process can be complex, involving multiple steps from detecting violations to issuing fines and ensuring payments. </a:t>
            </a:r>
            <a:endParaRPr/>
          </a:p>
          <a:p>
            <a:pPr indent="0" lvl="0" marL="0" rtl="0" algn="l">
              <a:lnSpc>
                <a:spcPct val="100000"/>
              </a:lnSpc>
              <a:spcBef>
                <a:spcPts val="0"/>
              </a:spcBef>
              <a:spcAft>
                <a:spcPts val="0"/>
              </a:spcAft>
              <a:buSzPts val="1100"/>
              <a:buNone/>
            </a:pPr>
            <a:r>
              <a:rPr lang="en"/>
              <a:t>Understanding how these workflows function is key to spotting inefficiencies, easing administrative workloads, and improving compliance. </a:t>
            </a:r>
            <a:endParaRPr/>
          </a:p>
          <a:p>
            <a:pPr indent="0" lvl="0" marL="0" rtl="0" algn="l">
              <a:lnSpc>
                <a:spcPct val="100000"/>
              </a:lnSpc>
              <a:spcBef>
                <a:spcPts val="0"/>
              </a:spcBef>
              <a:spcAft>
                <a:spcPts val="0"/>
              </a:spcAft>
              <a:buSzPts val="1100"/>
              <a:buNone/>
            </a:pPr>
            <a:r>
              <a:rPr lang="en"/>
              <a:t>This project focuses on analyzing and optimizing the Italian police’s road traffic fine management system, using tools like Apromore and Python to dive deep into the data and create insightful visualizations.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1f93b5154a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31f93b5154a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1f93b5154a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g31f93b5154a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1f93b5154a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g31f93b5154a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1f93b5154a_0_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g31f93b5154a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1f93b5154a_0_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g31f93b5154a_0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1feb7dc331_6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1feb7dc331_6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1fd2f8dbcf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g31fd2f8dbcf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1feb7dc331_6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g31feb7dc331_6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1feb7dc331_6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g31feb7dc331_6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1feb7dc331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g31feb7dc33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1ff3c625fe_7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g31ff3c625fe_7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1fd2f8dbcf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g31fd2f8dbcf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1fd2f8dbcf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g31fd2f8dbcf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1feb7dc331_35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g31feb7dc331_35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37"/>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10" name="Google Shape;10;p37"/>
          <p:cNvSpPr txBox="1"/>
          <p:nvPr>
            <p:ph type="ctrTitle"/>
          </p:nvPr>
        </p:nvSpPr>
        <p:spPr>
          <a:xfrm>
            <a:off x="3462725" y="1121425"/>
            <a:ext cx="4813200" cy="22317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191919"/>
              </a:buClr>
              <a:buSzPts val="5200"/>
              <a:buNone/>
              <a:defRPr sz="72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37"/>
          <p:cNvSpPr txBox="1"/>
          <p:nvPr>
            <p:ph idx="1" type="subTitle"/>
          </p:nvPr>
        </p:nvSpPr>
        <p:spPr>
          <a:xfrm>
            <a:off x="3462725" y="3546275"/>
            <a:ext cx="4528800" cy="47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latin typeface="Atkinson Hyperlegible"/>
                <a:ea typeface="Atkinson Hyperlegible"/>
                <a:cs typeface="Atkinson Hyperlegible"/>
                <a:sym typeface="Atkinson Hyperlegibl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 name="Shape 12"/>
        <p:cNvGrpSpPr/>
        <p:nvPr/>
      </p:nvGrpSpPr>
      <p:grpSpPr>
        <a:xfrm>
          <a:off x="0" y="0"/>
          <a:ext cx="0" cy="0"/>
          <a:chOff x="0" y="0"/>
          <a:chExt cx="0" cy="0"/>
        </a:xfrm>
      </p:grpSpPr>
      <p:pic>
        <p:nvPicPr>
          <p:cNvPr id="13" name="Google Shape;13;p38"/>
          <p:cNvPicPr preferRelativeResize="0"/>
          <p:nvPr/>
        </p:nvPicPr>
        <p:blipFill rotWithShape="1">
          <a:blip r:embed="rId2">
            <a:alphaModFix/>
          </a:blip>
          <a:srcRect b="4259" l="0" r="0" t="0"/>
          <a:stretch/>
        </p:blipFill>
        <p:spPr>
          <a:xfrm>
            <a:off x="0" y="0"/>
            <a:ext cx="9144000" cy="5143500"/>
          </a:xfrm>
          <a:prstGeom prst="rect">
            <a:avLst/>
          </a:prstGeom>
          <a:noFill/>
          <a:ln>
            <a:noFill/>
          </a:ln>
        </p:spPr>
      </p:pic>
      <p:grpSp>
        <p:nvGrpSpPr>
          <p:cNvPr id="14" name="Google Shape;14;p38"/>
          <p:cNvGrpSpPr/>
          <p:nvPr/>
        </p:nvGrpSpPr>
        <p:grpSpPr>
          <a:xfrm>
            <a:off x="-9878" y="1"/>
            <a:ext cx="9178101" cy="5156557"/>
            <a:chOff x="-9878" y="1"/>
            <a:chExt cx="9178101" cy="5156557"/>
          </a:xfrm>
        </p:grpSpPr>
        <p:grpSp>
          <p:nvGrpSpPr>
            <p:cNvPr id="15" name="Google Shape;15;p38"/>
            <p:cNvGrpSpPr/>
            <p:nvPr/>
          </p:nvGrpSpPr>
          <p:grpSpPr>
            <a:xfrm>
              <a:off x="-9877" y="0"/>
              <a:ext cx="1388125" cy="2534723"/>
              <a:chOff x="-9878" y="1"/>
              <a:chExt cx="1388125" cy="2534723"/>
            </a:xfrm>
          </p:grpSpPr>
          <p:pic>
            <p:nvPicPr>
              <p:cNvPr id="16" name="Google Shape;16;p38"/>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17" name="Google Shape;17;p38"/>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18" name="Google Shape;18;p38"/>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19" name="Google Shape;19;p38"/>
              <p:cNvPicPr preferRelativeResize="0"/>
              <p:nvPr/>
            </p:nvPicPr>
            <p:blipFill rotWithShape="1">
              <a:blip r:embed="rId5">
                <a:alphaModFix/>
              </a:blip>
              <a:srcRect b="50443" l="0" r="0" t="0"/>
              <a:stretch/>
            </p:blipFill>
            <p:spPr>
              <a:xfrm rot="5400000">
                <a:off x="-268127" y="1806250"/>
                <a:ext cx="959650" cy="443150"/>
              </a:xfrm>
              <a:prstGeom prst="rect">
                <a:avLst/>
              </a:prstGeom>
              <a:noFill/>
              <a:ln>
                <a:noFill/>
              </a:ln>
            </p:spPr>
          </p:pic>
          <p:pic>
            <p:nvPicPr>
              <p:cNvPr id="20" name="Google Shape;20;p38"/>
              <p:cNvPicPr preferRelativeResize="0"/>
              <p:nvPr/>
            </p:nvPicPr>
            <p:blipFill rotWithShape="1">
              <a:blip r:embed="rId3">
                <a:alphaModFix/>
              </a:blip>
              <a:srcRect b="50880" l="11254" r="13011" t="0"/>
              <a:stretch/>
            </p:blipFill>
            <p:spPr>
              <a:xfrm rot="5400000">
                <a:off x="-144290" y="2065436"/>
                <a:ext cx="603700" cy="334875"/>
              </a:xfrm>
              <a:prstGeom prst="rect">
                <a:avLst/>
              </a:prstGeom>
              <a:noFill/>
              <a:ln>
                <a:noFill/>
              </a:ln>
            </p:spPr>
          </p:pic>
        </p:grpSp>
        <p:grpSp>
          <p:nvGrpSpPr>
            <p:cNvPr id="21" name="Google Shape;21;p38"/>
            <p:cNvGrpSpPr/>
            <p:nvPr/>
          </p:nvGrpSpPr>
          <p:grpSpPr>
            <a:xfrm rot="10800000">
              <a:off x="7780098" y="2621835"/>
              <a:ext cx="1388125" cy="2534723"/>
              <a:chOff x="-9878" y="1"/>
              <a:chExt cx="1388125" cy="2534723"/>
            </a:xfrm>
          </p:grpSpPr>
          <p:pic>
            <p:nvPicPr>
              <p:cNvPr id="22" name="Google Shape;22;p38"/>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23" name="Google Shape;23;p38"/>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24" name="Google Shape;24;p38"/>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25" name="Google Shape;25;p38"/>
              <p:cNvPicPr preferRelativeResize="0"/>
              <p:nvPr/>
            </p:nvPicPr>
            <p:blipFill rotWithShape="1">
              <a:blip r:embed="rId5">
                <a:alphaModFix/>
              </a:blip>
              <a:srcRect b="50443" l="0" r="0" t="0"/>
              <a:stretch/>
            </p:blipFill>
            <p:spPr>
              <a:xfrm rot="5400000">
                <a:off x="-268127" y="1806250"/>
                <a:ext cx="959650" cy="443150"/>
              </a:xfrm>
              <a:prstGeom prst="rect">
                <a:avLst/>
              </a:prstGeom>
              <a:noFill/>
              <a:ln>
                <a:noFill/>
              </a:ln>
            </p:spPr>
          </p:pic>
          <p:pic>
            <p:nvPicPr>
              <p:cNvPr id="26" name="Google Shape;26;p38"/>
              <p:cNvPicPr preferRelativeResize="0"/>
              <p:nvPr/>
            </p:nvPicPr>
            <p:blipFill rotWithShape="1">
              <a:blip r:embed="rId3">
                <a:alphaModFix/>
              </a:blip>
              <a:srcRect b="50880" l="11254" r="13011" t="0"/>
              <a:stretch/>
            </p:blipFill>
            <p:spPr>
              <a:xfrm rot="5400000">
                <a:off x="-144290" y="2065436"/>
                <a:ext cx="603700" cy="334875"/>
              </a:xfrm>
              <a:prstGeom prst="rect">
                <a:avLst/>
              </a:prstGeom>
              <a:noFill/>
              <a:ln>
                <a:noFill/>
              </a:ln>
            </p:spPr>
          </p:pic>
        </p:grpSp>
      </p:grpSp>
      <p:sp>
        <p:nvSpPr>
          <p:cNvPr id="27" name="Google Shape;27;p38"/>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p38"/>
          <p:cNvSpPr txBox="1"/>
          <p:nvPr>
            <p:ph idx="2" type="title"/>
          </p:nvPr>
        </p:nvSpPr>
        <p:spPr>
          <a:xfrm>
            <a:off x="1505400" y="1585550"/>
            <a:ext cx="734700" cy="630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 name="Google Shape;29;p38"/>
          <p:cNvSpPr txBox="1"/>
          <p:nvPr>
            <p:ph idx="3" type="title"/>
          </p:nvPr>
        </p:nvSpPr>
        <p:spPr>
          <a:xfrm>
            <a:off x="1505400" y="3095166"/>
            <a:ext cx="734700" cy="630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 name="Google Shape;30;p38"/>
          <p:cNvSpPr txBox="1"/>
          <p:nvPr>
            <p:ph idx="4" type="title"/>
          </p:nvPr>
        </p:nvSpPr>
        <p:spPr>
          <a:xfrm>
            <a:off x="4204675" y="1585558"/>
            <a:ext cx="734700" cy="630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1" name="Google Shape;31;p38"/>
          <p:cNvSpPr txBox="1"/>
          <p:nvPr>
            <p:ph idx="5" type="title"/>
          </p:nvPr>
        </p:nvSpPr>
        <p:spPr>
          <a:xfrm>
            <a:off x="4204675" y="3095166"/>
            <a:ext cx="734700" cy="630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2" name="Google Shape;32;p38"/>
          <p:cNvSpPr txBox="1"/>
          <p:nvPr>
            <p:ph idx="6" type="title"/>
          </p:nvPr>
        </p:nvSpPr>
        <p:spPr>
          <a:xfrm>
            <a:off x="6903950" y="1585558"/>
            <a:ext cx="734700" cy="630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3" name="Google Shape;33;p38"/>
          <p:cNvSpPr txBox="1"/>
          <p:nvPr>
            <p:ph idx="7" type="title"/>
          </p:nvPr>
        </p:nvSpPr>
        <p:spPr>
          <a:xfrm>
            <a:off x="6903950" y="3095166"/>
            <a:ext cx="734700" cy="630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4" name="Google Shape;34;p38"/>
          <p:cNvSpPr txBox="1"/>
          <p:nvPr>
            <p:ph idx="1" type="subTitle"/>
          </p:nvPr>
        </p:nvSpPr>
        <p:spPr>
          <a:xfrm>
            <a:off x="720000" y="2337950"/>
            <a:ext cx="2305500" cy="48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5" name="Google Shape;35;p38"/>
          <p:cNvSpPr txBox="1"/>
          <p:nvPr>
            <p:ph idx="8" type="subTitle"/>
          </p:nvPr>
        </p:nvSpPr>
        <p:spPr>
          <a:xfrm>
            <a:off x="3419275" y="2337950"/>
            <a:ext cx="2305500" cy="48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 name="Google Shape;36;p38"/>
          <p:cNvSpPr txBox="1"/>
          <p:nvPr>
            <p:ph idx="9" type="subTitle"/>
          </p:nvPr>
        </p:nvSpPr>
        <p:spPr>
          <a:xfrm>
            <a:off x="6118550" y="2337950"/>
            <a:ext cx="2305500" cy="48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7" name="Google Shape;37;p38"/>
          <p:cNvSpPr txBox="1"/>
          <p:nvPr>
            <p:ph idx="13" type="subTitle"/>
          </p:nvPr>
        </p:nvSpPr>
        <p:spPr>
          <a:xfrm>
            <a:off x="720000" y="3847575"/>
            <a:ext cx="2305500" cy="48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8" name="Google Shape;38;p38"/>
          <p:cNvSpPr txBox="1"/>
          <p:nvPr>
            <p:ph idx="14" type="subTitle"/>
          </p:nvPr>
        </p:nvSpPr>
        <p:spPr>
          <a:xfrm>
            <a:off x="3419275" y="3847575"/>
            <a:ext cx="2305500" cy="48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 name="Google Shape;39;p38"/>
          <p:cNvSpPr txBox="1"/>
          <p:nvPr>
            <p:ph idx="15" type="subTitle"/>
          </p:nvPr>
        </p:nvSpPr>
        <p:spPr>
          <a:xfrm>
            <a:off x="6118550" y="3847575"/>
            <a:ext cx="2305500" cy="48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pic>
        <p:nvPicPr>
          <p:cNvPr id="41" name="Google Shape;41;p39"/>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42" name="Google Shape;42;p39"/>
          <p:cNvSpPr txBox="1"/>
          <p:nvPr>
            <p:ph type="title"/>
          </p:nvPr>
        </p:nvSpPr>
        <p:spPr>
          <a:xfrm>
            <a:off x="5318449" y="2415225"/>
            <a:ext cx="2883600" cy="1542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 name="Google Shape;43;p39"/>
          <p:cNvSpPr txBox="1"/>
          <p:nvPr>
            <p:ph idx="2" type="title"/>
          </p:nvPr>
        </p:nvSpPr>
        <p:spPr>
          <a:xfrm>
            <a:off x="5318450" y="1148175"/>
            <a:ext cx="1214100" cy="10161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b="1" sz="60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4" name="Google Shape;44;p39"/>
          <p:cNvSpPr/>
          <p:nvPr>
            <p:ph idx="3" type="pic"/>
          </p:nvPr>
        </p:nvSpPr>
        <p:spPr>
          <a:xfrm>
            <a:off x="0" y="0"/>
            <a:ext cx="38061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pic>
        <p:nvPicPr>
          <p:cNvPr id="46" name="Google Shape;46;p40"/>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47" name="Google Shape;47;p40"/>
          <p:cNvSpPr txBox="1"/>
          <p:nvPr>
            <p:ph hasCustomPrompt="1" type="title"/>
          </p:nvPr>
        </p:nvSpPr>
        <p:spPr>
          <a:xfrm>
            <a:off x="1124700" y="1605338"/>
            <a:ext cx="6894600" cy="1193400"/>
          </a:xfrm>
          <a:prstGeom prst="rect">
            <a:avLst/>
          </a:prstGeom>
          <a:noFill/>
          <a:ln cap="flat" cmpd="sng" w="19050">
            <a:solidFill>
              <a:schemeClr val="lt2"/>
            </a:solidFill>
            <a:prstDash val="solid"/>
            <a:round/>
            <a:headEnd len="sm" w="sm" type="none"/>
            <a:tailEnd len="sm" w="sm" type="none"/>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b="1" sz="7400">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48" name="Google Shape;48;p40"/>
          <p:cNvSpPr txBox="1"/>
          <p:nvPr>
            <p:ph idx="1" type="subTitle"/>
          </p:nvPr>
        </p:nvSpPr>
        <p:spPr>
          <a:xfrm>
            <a:off x="1124700" y="3041063"/>
            <a:ext cx="6894600" cy="497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9" name="Shape 49"/>
        <p:cNvGrpSpPr/>
        <p:nvPr/>
      </p:nvGrpSpPr>
      <p:grpSpPr>
        <a:xfrm>
          <a:off x="0" y="0"/>
          <a:ext cx="0" cy="0"/>
          <a:chOff x="0" y="0"/>
          <a:chExt cx="0" cy="0"/>
        </a:xfrm>
      </p:grpSpPr>
      <p:pic>
        <p:nvPicPr>
          <p:cNvPr id="50" name="Google Shape;50;p41"/>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51" name="Google Shape;51;p41"/>
          <p:cNvSpPr txBox="1"/>
          <p:nvPr>
            <p:ph type="title"/>
          </p:nvPr>
        </p:nvSpPr>
        <p:spPr>
          <a:xfrm>
            <a:off x="4606200" y="1249125"/>
            <a:ext cx="36183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2" name="Google Shape;52;p41"/>
          <p:cNvSpPr txBox="1"/>
          <p:nvPr>
            <p:ph idx="1" type="subTitle"/>
          </p:nvPr>
        </p:nvSpPr>
        <p:spPr>
          <a:xfrm>
            <a:off x="4606200" y="2073075"/>
            <a:ext cx="3618300" cy="182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2"/>
              </a:buClr>
              <a:buSzPts val="1200"/>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p:txBody>
      </p:sp>
      <p:sp>
        <p:nvSpPr>
          <p:cNvPr id="53" name="Google Shape;53;p41"/>
          <p:cNvSpPr/>
          <p:nvPr>
            <p:ph idx="2" type="pic"/>
          </p:nvPr>
        </p:nvSpPr>
        <p:spPr>
          <a:xfrm>
            <a:off x="-14300" y="0"/>
            <a:ext cx="4002900" cy="51435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4" name="Shape 54"/>
        <p:cNvGrpSpPr/>
        <p:nvPr/>
      </p:nvGrpSpPr>
      <p:grpSpPr>
        <a:xfrm>
          <a:off x="0" y="0"/>
          <a:ext cx="0" cy="0"/>
          <a:chOff x="0" y="0"/>
          <a:chExt cx="0" cy="0"/>
        </a:xfrm>
      </p:grpSpPr>
      <p:pic>
        <p:nvPicPr>
          <p:cNvPr id="55" name="Google Shape;55;p42"/>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56" name="Google Shape;56;p42"/>
          <p:cNvSpPr txBox="1"/>
          <p:nvPr>
            <p:ph type="title"/>
          </p:nvPr>
        </p:nvSpPr>
        <p:spPr>
          <a:xfrm>
            <a:off x="722376" y="539506"/>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7" name="Google Shape;57;p42"/>
          <p:cNvSpPr txBox="1"/>
          <p:nvPr>
            <p:ph idx="1" type="subTitle"/>
          </p:nvPr>
        </p:nvSpPr>
        <p:spPr>
          <a:xfrm>
            <a:off x="4934398" y="2695300"/>
            <a:ext cx="2586600" cy="146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8" name="Google Shape;58;p42"/>
          <p:cNvSpPr txBox="1"/>
          <p:nvPr>
            <p:ph idx="2" type="subTitle"/>
          </p:nvPr>
        </p:nvSpPr>
        <p:spPr>
          <a:xfrm>
            <a:off x="1623002" y="2695300"/>
            <a:ext cx="2586600" cy="146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9" name="Google Shape;59;p42"/>
          <p:cNvSpPr txBox="1"/>
          <p:nvPr>
            <p:ph idx="3" type="subTitle"/>
          </p:nvPr>
        </p:nvSpPr>
        <p:spPr>
          <a:xfrm>
            <a:off x="1623002" y="2229090"/>
            <a:ext cx="25866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 name="Google Shape;60;p42"/>
          <p:cNvSpPr txBox="1"/>
          <p:nvPr>
            <p:ph idx="4" type="subTitle"/>
          </p:nvPr>
        </p:nvSpPr>
        <p:spPr>
          <a:xfrm>
            <a:off x="4934395" y="2229090"/>
            <a:ext cx="25866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61" name="Google Shape;61;p42"/>
          <p:cNvGrpSpPr/>
          <p:nvPr/>
        </p:nvGrpSpPr>
        <p:grpSpPr>
          <a:xfrm flipH="1" rot="10800000">
            <a:off x="-9878" y="0"/>
            <a:ext cx="9178101" cy="5156557"/>
            <a:chOff x="-9878" y="1"/>
            <a:chExt cx="9178101" cy="5156557"/>
          </a:xfrm>
        </p:grpSpPr>
        <p:grpSp>
          <p:nvGrpSpPr>
            <p:cNvPr id="62" name="Google Shape;62;p42"/>
            <p:cNvGrpSpPr/>
            <p:nvPr/>
          </p:nvGrpSpPr>
          <p:grpSpPr>
            <a:xfrm>
              <a:off x="-9877" y="0"/>
              <a:ext cx="1388125" cy="2534723"/>
              <a:chOff x="-9878" y="1"/>
              <a:chExt cx="1388125" cy="2534723"/>
            </a:xfrm>
          </p:grpSpPr>
          <p:pic>
            <p:nvPicPr>
              <p:cNvPr id="63" name="Google Shape;63;p42"/>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64" name="Google Shape;64;p42"/>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65" name="Google Shape;65;p42"/>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66" name="Google Shape;66;p42"/>
              <p:cNvPicPr preferRelativeResize="0"/>
              <p:nvPr/>
            </p:nvPicPr>
            <p:blipFill rotWithShape="1">
              <a:blip r:embed="rId5">
                <a:alphaModFix/>
              </a:blip>
              <a:srcRect b="50443" l="0" r="0" t="0"/>
              <a:stretch/>
            </p:blipFill>
            <p:spPr>
              <a:xfrm rot="5400000">
                <a:off x="-268127" y="1806250"/>
                <a:ext cx="959650" cy="443150"/>
              </a:xfrm>
              <a:prstGeom prst="rect">
                <a:avLst/>
              </a:prstGeom>
              <a:noFill/>
              <a:ln>
                <a:noFill/>
              </a:ln>
            </p:spPr>
          </p:pic>
          <p:pic>
            <p:nvPicPr>
              <p:cNvPr id="67" name="Google Shape;67;p42"/>
              <p:cNvPicPr preferRelativeResize="0"/>
              <p:nvPr/>
            </p:nvPicPr>
            <p:blipFill rotWithShape="1">
              <a:blip r:embed="rId3">
                <a:alphaModFix/>
              </a:blip>
              <a:srcRect b="50880" l="11254" r="13011" t="0"/>
              <a:stretch/>
            </p:blipFill>
            <p:spPr>
              <a:xfrm rot="5400000">
                <a:off x="-144290" y="2065436"/>
                <a:ext cx="603700" cy="334875"/>
              </a:xfrm>
              <a:prstGeom prst="rect">
                <a:avLst/>
              </a:prstGeom>
              <a:noFill/>
              <a:ln>
                <a:noFill/>
              </a:ln>
            </p:spPr>
          </p:pic>
        </p:grpSp>
        <p:grpSp>
          <p:nvGrpSpPr>
            <p:cNvPr id="68" name="Google Shape;68;p42"/>
            <p:cNvGrpSpPr/>
            <p:nvPr/>
          </p:nvGrpSpPr>
          <p:grpSpPr>
            <a:xfrm rot="10800000">
              <a:off x="7780098" y="2621835"/>
              <a:ext cx="1388125" cy="2534723"/>
              <a:chOff x="-9878" y="1"/>
              <a:chExt cx="1388125" cy="2534723"/>
            </a:xfrm>
          </p:grpSpPr>
          <p:pic>
            <p:nvPicPr>
              <p:cNvPr id="69" name="Google Shape;69;p42"/>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70" name="Google Shape;70;p42"/>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71" name="Google Shape;71;p42"/>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72" name="Google Shape;72;p42"/>
              <p:cNvPicPr preferRelativeResize="0"/>
              <p:nvPr/>
            </p:nvPicPr>
            <p:blipFill rotWithShape="1">
              <a:blip r:embed="rId5">
                <a:alphaModFix/>
              </a:blip>
              <a:srcRect b="50443" l="0" r="0" t="0"/>
              <a:stretch/>
            </p:blipFill>
            <p:spPr>
              <a:xfrm rot="5400000">
                <a:off x="-268127" y="1806250"/>
                <a:ext cx="959650" cy="443150"/>
              </a:xfrm>
              <a:prstGeom prst="rect">
                <a:avLst/>
              </a:prstGeom>
              <a:noFill/>
              <a:ln>
                <a:noFill/>
              </a:ln>
            </p:spPr>
          </p:pic>
          <p:pic>
            <p:nvPicPr>
              <p:cNvPr id="73" name="Google Shape;73;p42"/>
              <p:cNvPicPr preferRelativeResize="0"/>
              <p:nvPr/>
            </p:nvPicPr>
            <p:blipFill rotWithShape="1">
              <a:blip r:embed="rId3">
                <a:alphaModFix/>
              </a:blip>
              <a:srcRect b="50880" l="11254" r="13011" t="0"/>
              <a:stretch/>
            </p:blipFill>
            <p:spPr>
              <a:xfrm rot="5400000">
                <a:off x="-144290" y="2065436"/>
                <a:ext cx="603700" cy="334875"/>
              </a:xfrm>
              <a:prstGeom prst="rect">
                <a:avLst/>
              </a:prstGeom>
              <a:noFill/>
              <a:ln>
                <a:noFill/>
              </a:ln>
            </p:spPr>
          </p:pic>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4" name="Shape 74"/>
        <p:cNvGrpSpPr/>
        <p:nvPr/>
      </p:nvGrpSpPr>
      <p:grpSpPr>
        <a:xfrm>
          <a:off x="0" y="0"/>
          <a:ext cx="0" cy="0"/>
          <a:chOff x="0" y="0"/>
          <a:chExt cx="0" cy="0"/>
        </a:xfrm>
      </p:grpSpPr>
      <p:pic>
        <p:nvPicPr>
          <p:cNvPr id="75" name="Google Shape;75;p43"/>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76" name="Google Shape;76;p43"/>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7" name="Google Shape;77;p43"/>
          <p:cNvSpPr txBox="1"/>
          <p:nvPr>
            <p:ph idx="1" type="subTitle"/>
          </p:nvPr>
        </p:nvSpPr>
        <p:spPr>
          <a:xfrm>
            <a:off x="845776" y="2691250"/>
            <a:ext cx="2230200" cy="127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8" name="Google Shape;78;p43"/>
          <p:cNvSpPr txBox="1"/>
          <p:nvPr>
            <p:ph idx="2" type="subTitle"/>
          </p:nvPr>
        </p:nvSpPr>
        <p:spPr>
          <a:xfrm>
            <a:off x="3456897" y="2691250"/>
            <a:ext cx="2230200" cy="127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79" name="Google Shape;79;p43"/>
          <p:cNvSpPr txBox="1"/>
          <p:nvPr>
            <p:ph idx="3" type="subTitle"/>
          </p:nvPr>
        </p:nvSpPr>
        <p:spPr>
          <a:xfrm>
            <a:off x="6068024" y="2691250"/>
            <a:ext cx="2230200" cy="127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80" name="Google Shape;80;p43"/>
          <p:cNvSpPr txBox="1"/>
          <p:nvPr>
            <p:ph idx="4" type="subTitle"/>
          </p:nvPr>
        </p:nvSpPr>
        <p:spPr>
          <a:xfrm>
            <a:off x="845778" y="2225040"/>
            <a:ext cx="2230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 name="Google Shape;81;p43"/>
          <p:cNvSpPr txBox="1"/>
          <p:nvPr>
            <p:ph idx="5" type="subTitle"/>
          </p:nvPr>
        </p:nvSpPr>
        <p:spPr>
          <a:xfrm>
            <a:off x="3456901" y="2225040"/>
            <a:ext cx="2230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 name="Google Shape;82;p43"/>
          <p:cNvSpPr txBox="1"/>
          <p:nvPr>
            <p:ph idx="6" type="subTitle"/>
          </p:nvPr>
        </p:nvSpPr>
        <p:spPr>
          <a:xfrm>
            <a:off x="6068023" y="2225040"/>
            <a:ext cx="2230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3" name="Google Shape;83;p43"/>
          <p:cNvGrpSpPr/>
          <p:nvPr/>
        </p:nvGrpSpPr>
        <p:grpSpPr>
          <a:xfrm flipH="1" rot="10800000">
            <a:off x="-9878" y="0"/>
            <a:ext cx="9178101" cy="5156557"/>
            <a:chOff x="-9878" y="1"/>
            <a:chExt cx="9178101" cy="5156557"/>
          </a:xfrm>
        </p:grpSpPr>
        <p:grpSp>
          <p:nvGrpSpPr>
            <p:cNvPr id="84" name="Google Shape;84;p43"/>
            <p:cNvGrpSpPr/>
            <p:nvPr/>
          </p:nvGrpSpPr>
          <p:grpSpPr>
            <a:xfrm>
              <a:off x="-9877" y="0"/>
              <a:ext cx="1388125" cy="2534723"/>
              <a:chOff x="-9878" y="1"/>
              <a:chExt cx="1388125" cy="2534723"/>
            </a:xfrm>
          </p:grpSpPr>
          <p:pic>
            <p:nvPicPr>
              <p:cNvPr id="85" name="Google Shape;85;p43"/>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86" name="Google Shape;86;p43"/>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87" name="Google Shape;87;p43"/>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88" name="Google Shape;88;p43"/>
              <p:cNvPicPr preferRelativeResize="0"/>
              <p:nvPr/>
            </p:nvPicPr>
            <p:blipFill rotWithShape="1">
              <a:blip r:embed="rId5">
                <a:alphaModFix/>
              </a:blip>
              <a:srcRect b="50443" l="0" r="0" t="0"/>
              <a:stretch/>
            </p:blipFill>
            <p:spPr>
              <a:xfrm rot="5400000">
                <a:off x="-268127" y="1806250"/>
                <a:ext cx="959650" cy="443150"/>
              </a:xfrm>
              <a:prstGeom prst="rect">
                <a:avLst/>
              </a:prstGeom>
              <a:noFill/>
              <a:ln>
                <a:noFill/>
              </a:ln>
            </p:spPr>
          </p:pic>
          <p:pic>
            <p:nvPicPr>
              <p:cNvPr id="89" name="Google Shape;89;p43"/>
              <p:cNvPicPr preferRelativeResize="0"/>
              <p:nvPr/>
            </p:nvPicPr>
            <p:blipFill rotWithShape="1">
              <a:blip r:embed="rId3">
                <a:alphaModFix/>
              </a:blip>
              <a:srcRect b="50880" l="11254" r="13011" t="0"/>
              <a:stretch/>
            </p:blipFill>
            <p:spPr>
              <a:xfrm rot="5400000">
                <a:off x="-144290" y="2065436"/>
                <a:ext cx="603700" cy="334875"/>
              </a:xfrm>
              <a:prstGeom prst="rect">
                <a:avLst/>
              </a:prstGeom>
              <a:noFill/>
              <a:ln>
                <a:noFill/>
              </a:ln>
            </p:spPr>
          </p:pic>
        </p:grpSp>
        <p:grpSp>
          <p:nvGrpSpPr>
            <p:cNvPr id="90" name="Google Shape;90;p43"/>
            <p:cNvGrpSpPr/>
            <p:nvPr/>
          </p:nvGrpSpPr>
          <p:grpSpPr>
            <a:xfrm rot="10800000">
              <a:off x="7780098" y="2621835"/>
              <a:ext cx="1388125" cy="2534723"/>
              <a:chOff x="-9878" y="1"/>
              <a:chExt cx="1388125" cy="2534723"/>
            </a:xfrm>
          </p:grpSpPr>
          <p:pic>
            <p:nvPicPr>
              <p:cNvPr id="91" name="Google Shape;91;p43"/>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92" name="Google Shape;92;p43"/>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93" name="Google Shape;93;p43"/>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94" name="Google Shape;94;p43"/>
              <p:cNvPicPr preferRelativeResize="0"/>
              <p:nvPr/>
            </p:nvPicPr>
            <p:blipFill rotWithShape="1">
              <a:blip r:embed="rId5">
                <a:alphaModFix/>
              </a:blip>
              <a:srcRect b="50443" l="0" r="0" t="0"/>
              <a:stretch/>
            </p:blipFill>
            <p:spPr>
              <a:xfrm rot="5400000">
                <a:off x="-268127" y="1806250"/>
                <a:ext cx="959650" cy="443150"/>
              </a:xfrm>
              <a:prstGeom prst="rect">
                <a:avLst/>
              </a:prstGeom>
              <a:noFill/>
              <a:ln>
                <a:noFill/>
              </a:ln>
            </p:spPr>
          </p:pic>
          <p:pic>
            <p:nvPicPr>
              <p:cNvPr id="95" name="Google Shape;95;p43"/>
              <p:cNvPicPr preferRelativeResize="0"/>
              <p:nvPr/>
            </p:nvPicPr>
            <p:blipFill rotWithShape="1">
              <a:blip r:embed="rId3">
                <a:alphaModFix/>
              </a:blip>
              <a:srcRect b="50880" l="11254" r="13011" t="0"/>
              <a:stretch/>
            </p:blipFill>
            <p:spPr>
              <a:xfrm rot="5400000">
                <a:off x="-144290" y="2065436"/>
                <a:ext cx="603700" cy="334875"/>
              </a:xfrm>
              <a:prstGeom prst="rect">
                <a:avLst/>
              </a:prstGeom>
              <a:noFill/>
              <a:ln>
                <a:noFill/>
              </a:ln>
            </p:spPr>
          </p:pic>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6" name="Shape 96"/>
        <p:cNvGrpSpPr/>
        <p:nvPr/>
      </p:nvGrpSpPr>
      <p:grpSpPr>
        <a:xfrm>
          <a:off x="0" y="0"/>
          <a:ext cx="0" cy="0"/>
          <a:chOff x="0" y="0"/>
          <a:chExt cx="0" cy="0"/>
        </a:xfrm>
      </p:grpSpPr>
      <p:pic>
        <p:nvPicPr>
          <p:cNvPr id="97" name="Google Shape;97;p44"/>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98" name="Google Shape;98;p44"/>
          <p:cNvSpPr txBox="1"/>
          <p:nvPr>
            <p:ph type="title"/>
          </p:nvPr>
        </p:nvSpPr>
        <p:spPr>
          <a:xfrm>
            <a:off x="720000" y="539496"/>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9" name="Google Shape;99;p44"/>
          <p:cNvSpPr txBox="1"/>
          <p:nvPr>
            <p:ph idx="1" type="subTitle"/>
          </p:nvPr>
        </p:nvSpPr>
        <p:spPr>
          <a:xfrm>
            <a:off x="1600324" y="196775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0" name="Google Shape;100;p44"/>
          <p:cNvSpPr txBox="1"/>
          <p:nvPr>
            <p:ph idx="2" type="subTitle"/>
          </p:nvPr>
        </p:nvSpPr>
        <p:spPr>
          <a:xfrm>
            <a:off x="5613000" y="1967750"/>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1" name="Google Shape;101;p44"/>
          <p:cNvSpPr txBox="1"/>
          <p:nvPr>
            <p:ph idx="3" type="subTitle"/>
          </p:nvPr>
        </p:nvSpPr>
        <p:spPr>
          <a:xfrm>
            <a:off x="1600324" y="3552125"/>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2" name="Google Shape;102;p44"/>
          <p:cNvSpPr txBox="1"/>
          <p:nvPr>
            <p:ph idx="4" type="subTitle"/>
          </p:nvPr>
        </p:nvSpPr>
        <p:spPr>
          <a:xfrm>
            <a:off x="5613000" y="3552125"/>
            <a:ext cx="2811000" cy="954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03" name="Google Shape;103;p44"/>
          <p:cNvSpPr txBox="1"/>
          <p:nvPr>
            <p:ph idx="5" type="subTitle"/>
          </p:nvPr>
        </p:nvSpPr>
        <p:spPr>
          <a:xfrm>
            <a:off x="1600324" y="1522000"/>
            <a:ext cx="28110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 name="Google Shape;104;p44"/>
          <p:cNvSpPr txBox="1"/>
          <p:nvPr>
            <p:ph idx="6" type="subTitle"/>
          </p:nvPr>
        </p:nvSpPr>
        <p:spPr>
          <a:xfrm>
            <a:off x="1600324" y="3106450"/>
            <a:ext cx="28110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 name="Google Shape;105;p44"/>
          <p:cNvSpPr txBox="1"/>
          <p:nvPr>
            <p:ph idx="7" type="subTitle"/>
          </p:nvPr>
        </p:nvSpPr>
        <p:spPr>
          <a:xfrm>
            <a:off x="5612974" y="1522000"/>
            <a:ext cx="28110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6" name="Google Shape;106;p44"/>
          <p:cNvSpPr txBox="1"/>
          <p:nvPr>
            <p:ph idx="8" type="subTitle"/>
          </p:nvPr>
        </p:nvSpPr>
        <p:spPr>
          <a:xfrm>
            <a:off x="5612974" y="3106450"/>
            <a:ext cx="28110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07" name="Google Shape;107;p44"/>
          <p:cNvGrpSpPr/>
          <p:nvPr/>
        </p:nvGrpSpPr>
        <p:grpSpPr>
          <a:xfrm>
            <a:off x="-9878" y="1"/>
            <a:ext cx="9134713" cy="5143507"/>
            <a:chOff x="-9878" y="1"/>
            <a:chExt cx="9134713" cy="5143507"/>
          </a:xfrm>
        </p:grpSpPr>
        <p:grpSp>
          <p:nvGrpSpPr>
            <p:cNvPr id="108" name="Google Shape;108;p44"/>
            <p:cNvGrpSpPr/>
            <p:nvPr/>
          </p:nvGrpSpPr>
          <p:grpSpPr>
            <a:xfrm>
              <a:off x="-9877" y="0"/>
              <a:ext cx="1388125" cy="2507650"/>
              <a:chOff x="-9878" y="1"/>
              <a:chExt cx="1388125" cy="2507650"/>
            </a:xfrm>
          </p:grpSpPr>
          <p:pic>
            <p:nvPicPr>
              <p:cNvPr id="109" name="Google Shape;109;p44"/>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110" name="Google Shape;110;p44"/>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111" name="Google Shape;111;p44"/>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112" name="Google Shape;112;p44"/>
              <p:cNvPicPr preferRelativeResize="0"/>
              <p:nvPr/>
            </p:nvPicPr>
            <p:blipFill rotWithShape="1">
              <a:blip r:embed="rId5">
                <a:alphaModFix/>
              </a:blip>
              <a:srcRect b="50443" l="0" r="0" t="0"/>
              <a:stretch/>
            </p:blipFill>
            <p:spPr>
              <a:xfrm rot="5400000">
                <a:off x="-268127" y="1806250"/>
                <a:ext cx="959650" cy="443150"/>
              </a:xfrm>
              <a:prstGeom prst="rect">
                <a:avLst/>
              </a:prstGeom>
              <a:noFill/>
              <a:ln>
                <a:noFill/>
              </a:ln>
            </p:spPr>
          </p:pic>
          <p:pic>
            <p:nvPicPr>
              <p:cNvPr id="113" name="Google Shape;113;p44"/>
              <p:cNvPicPr preferRelativeResize="0"/>
              <p:nvPr/>
            </p:nvPicPr>
            <p:blipFill rotWithShape="1">
              <a:blip r:embed="rId3">
                <a:alphaModFix/>
              </a:blip>
              <a:srcRect b="50880" l="11254" r="13011" t="0"/>
              <a:stretch/>
            </p:blipFill>
            <p:spPr>
              <a:xfrm rot="5400000">
                <a:off x="-144290" y="1246411"/>
                <a:ext cx="603700" cy="334875"/>
              </a:xfrm>
              <a:prstGeom prst="rect">
                <a:avLst/>
              </a:prstGeom>
              <a:noFill/>
              <a:ln>
                <a:noFill/>
              </a:ln>
            </p:spPr>
          </p:pic>
        </p:grpSp>
        <p:grpSp>
          <p:nvGrpSpPr>
            <p:cNvPr id="114" name="Google Shape;114;p44"/>
            <p:cNvGrpSpPr/>
            <p:nvPr/>
          </p:nvGrpSpPr>
          <p:grpSpPr>
            <a:xfrm>
              <a:off x="7736711" y="2608785"/>
              <a:ext cx="1388125" cy="2534723"/>
              <a:chOff x="7736711" y="2608785"/>
              <a:chExt cx="1388125" cy="2534723"/>
            </a:xfrm>
          </p:grpSpPr>
          <p:pic>
            <p:nvPicPr>
              <p:cNvPr id="115" name="Google Shape;115;p44"/>
              <p:cNvPicPr preferRelativeResize="0"/>
              <p:nvPr/>
            </p:nvPicPr>
            <p:blipFill rotWithShape="1">
              <a:blip r:embed="rId3">
                <a:alphaModFix/>
              </a:blip>
              <a:srcRect b="50880" l="11254" r="13011" t="0"/>
              <a:stretch/>
            </p:blipFill>
            <p:spPr>
              <a:xfrm rot="-5400000">
                <a:off x="8555335" y="3857059"/>
                <a:ext cx="732625" cy="406375"/>
              </a:xfrm>
              <a:prstGeom prst="rect">
                <a:avLst/>
              </a:prstGeom>
              <a:noFill/>
              <a:ln>
                <a:noFill/>
              </a:ln>
            </p:spPr>
          </p:pic>
          <p:pic>
            <p:nvPicPr>
              <p:cNvPr id="116" name="Google Shape;116;p44"/>
              <p:cNvPicPr preferRelativeResize="0"/>
              <p:nvPr/>
            </p:nvPicPr>
            <p:blipFill rotWithShape="1">
              <a:blip r:embed="rId4">
                <a:alphaModFix/>
              </a:blip>
              <a:srcRect b="65415" l="0" r="5516" t="-40484"/>
              <a:stretch/>
            </p:blipFill>
            <p:spPr>
              <a:xfrm rot="-5400000">
                <a:off x="7501110" y="3212706"/>
                <a:ext cx="1865925" cy="1381525"/>
              </a:xfrm>
              <a:prstGeom prst="rect">
                <a:avLst/>
              </a:prstGeom>
              <a:noFill/>
              <a:ln>
                <a:noFill/>
              </a:ln>
            </p:spPr>
          </p:pic>
          <p:pic>
            <p:nvPicPr>
              <p:cNvPr id="117" name="Google Shape;117;p44"/>
              <p:cNvPicPr preferRelativeResize="0"/>
              <p:nvPr/>
            </p:nvPicPr>
            <p:blipFill rotWithShape="1">
              <a:blip r:embed="rId4">
                <a:alphaModFix/>
              </a:blip>
              <a:srcRect b="47015" l="48893" r="12333" t="1038"/>
              <a:stretch/>
            </p:blipFill>
            <p:spPr>
              <a:xfrm rot="-5400000">
                <a:off x="7874773" y="3893445"/>
                <a:ext cx="1112000" cy="1388125"/>
              </a:xfrm>
              <a:prstGeom prst="rect">
                <a:avLst/>
              </a:prstGeom>
              <a:noFill/>
              <a:ln>
                <a:noFill/>
              </a:ln>
            </p:spPr>
          </p:pic>
          <p:pic>
            <p:nvPicPr>
              <p:cNvPr id="118" name="Google Shape;118;p44"/>
              <p:cNvPicPr preferRelativeResize="0"/>
              <p:nvPr/>
            </p:nvPicPr>
            <p:blipFill rotWithShape="1">
              <a:blip r:embed="rId5">
                <a:alphaModFix/>
              </a:blip>
              <a:srcRect b="50443" l="0" r="0" t="0"/>
              <a:stretch/>
            </p:blipFill>
            <p:spPr>
              <a:xfrm rot="-5400000">
                <a:off x="8423435" y="4382433"/>
                <a:ext cx="959650" cy="443150"/>
              </a:xfrm>
              <a:prstGeom prst="rect">
                <a:avLst/>
              </a:prstGeom>
              <a:noFill/>
              <a:ln>
                <a:noFill/>
              </a:ln>
            </p:spPr>
          </p:pic>
          <p:pic>
            <p:nvPicPr>
              <p:cNvPr id="119" name="Google Shape;119;p44"/>
              <p:cNvPicPr preferRelativeResize="0"/>
              <p:nvPr/>
            </p:nvPicPr>
            <p:blipFill rotWithShape="1">
              <a:blip r:embed="rId3">
                <a:alphaModFix/>
              </a:blip>
              <a:srcRect b="50880" l="11254" r="13011" t="0"/>
              <a:stretch/>
            </p:blipFill>
            <p:spPr>
              <a:xfrm rot="-5400000">
                <a:off x="8655548" y="2743197"/>
                <a:ext cx="603700" cy="334875"/>
              </a:xfrm>
              <a:prstGeom prst="rect">
                <a:avLst/>
              </a:prstGeom>
              <a:noFill/>
              <a:ln>
                <a:noFill/>
              </a:ln>
            </p:spPr>
          </p:pic>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20" name="Shape 120"/>
        <p:cNvGrpSpPr/>
        <p:nvPr/>
      </p:nvGrpSpPr>
      <p:grpSpPr>
        <a:xfrm>
          <a:off x="0" y="0"/>
          <a:ext cx="0" cy="0"/>
          <a:chOff x="0" y="0"/>
          <a:chExt cx="0" cy="0"/>
        </a:xfrm>
      </p:grpSpPr>
      <p:pic>
        <p:nvPicPr>
          <p:cNvPr id="121" name="Google Shape;121;p45"/>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122" name="Google Shape;122;p45"/>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3" name="Google Shape;123;p45"/>
          <p:cNvSpPr txBox="1"/>
          <p:nvPr>
            <p:ph idx="1" type="subTitle"/>
          </p:nvPr>
        </p:nvSpPr>
        <p:spPr>
          <a:xfrm>
            <a:off x="796200" y="1802471"/>
            <a:ext cx="2397300" cy="92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24" name="Google Shape;124;p45"/>
          <p:cNvSpPr txBox="1"/>
          <p:nvPr>
            <p:ph idx="2" type="subTitle"/>
          </p:nvPr>
        </p:nvSpPr>
        <p:spPr>
          <a:xfrm>
            <a:off x="3373350" y="1802471"/>
            <a:ext cx="2397300" cy="92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25" name="Google Shape;125;p45"/>
          <p:cNvSpPr txBox="1"/>
          <p:nvPr>
            <p:ph idx="3" type="subTitle"/>
          </p:nvPr>
        </p:nvSpPr>
        <p:spPr>
          <a:xfrm>
            <a:off x="796200" y="3529550"/>
            <a:ext cx="2397300" cy="92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26" name="Google Shape;126;p45"/>
          <p:cNvSpPr txBox="1"/>
          <p:nvPr>
            <p:ph idx="4" type="subTitle"/>
          </p:nvPr>
        </p:nvSpPr>
        <p:spPr>
          <a:xfrm>
            <a:off x="3373350" y="3529550"/>
            <a:ext cx="2397300" cy="92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27" name="Google Shape;127;p45"/>
          <p:cNvSpPr txBox="1"/>
          <p:nvPr>
            <p:ph idx="5" type="subTitle"/>
          </p:nvPr>
        </p:nvSpPr>
        <p:spPr>
          <a:xfrm>
            <a:off x="5950500" y="1802471"/>
            <a:ext cx="2397300" cy="92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28" name="Google Shape;128;p45"/>
          <p:cNvSpPr txBox="1"/>
          <p:nvPr>
            <p:ph idx="6" type="subTitle"/>
          </p:nvPr>
        </p:nvSpPr>
        <p:spPr>
          <a:xfrm>
            <a:off x="5950500" y="3529550"/>
            <a:ext cx="2397300" cy="923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29" name="Google Shape;129;p45"/>
          <p:cNvSpPr txBox="1"/>
          <p:nvPr>
            <p:ph idx="7" type="subTitle"/>
          </p:nvPr>
        </p:nvSpPr>
        <p:spPr>
          <a:xfrm>
            <a:off x="796200" y="1336275"/>
            <a:ext cx="2395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0" name="Google Shape;130;p45"/>
          <p:cNvSpPr txBox="1"/>
          <p:nvPr>
            <p:ph idx="8" type="subTitle"/>
          </p:nvPr>
        </p:nvSpPr>
        <p:spPr>
          <a:xfrm>
            <a:off x="3373350" y="1336275"/>
            <a:ext cx="2395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1" name="Google Shape;131;p45"/>
          <p:cNvSpPr txBox="1"/>
          <p:nvPr>
            <p:ph idx="9" type="subTitle"/>
          </p:nvPr>
        </p:nvSpPr>
        <p:spPr>
          <a:xfrm>
            <a:off x="5950500" y="1336275"/>
            <a:ext cx="2395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2" name="Google Shape;132;p45"/>
          <p:cNvSpPr txBox="1"/>
          <p:nvPr>
            <p:ph idx="13" type="subTitle"/>
          </p:nvPr>
        </p:nvSpPr>
        <p:spPr>
          <a:xfrm>
            <a:off x="796200" y="3063352"/>
            <a:ext cx="2395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3" name="Google Shape;133;p45"/>
          <p:cNvSpPr txBox="1"/>
          <p:nvPr>
            <p:ph idx="14" type="subTitle"/>
          </p:nvPr>
        </p:nvSpPr>
        <p:spPr>
          <a:xfrm>
            <a:off x="3373350" y="3063352"/>
            <a:ext cx="2395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4" name="Google Shape;134;p45"/>
          <p:cNvSpPr txBox="1"/>
          <p:nvPr>
            <p:ph idx="15" type="subTitle"/>
          </p:nvPr>
        </p:nvSpPr>
        <p:spPr>
          <a:xfrm>
            <a:off x="5950500" y="3063352"/>
            <a:ext cx="2395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35" name="Google Shape;135;p45"/>
          <p:cNvGrpSpPr/>
          <p:nvPr/>
        </p:nvGrpSpPr>
        <p:grpSpPr>
          <a:xfrm flipH="1" rot="10800000">
            <a:off x="-9878" y="1"/>
            <a:ext cx="9134713" cy="5143507"/>
            <a:chOff x="-9878" y="1"/>
            <a:chExt cx="9134713" cy="5143507"/>
          </a:xfrm>
        </p:grpSpPr>
        <p:grpSp>
          <p:nvGrpSpPr>
            <p:cNvPr id="136" name="Google Shape;136;p45"/>
            <p:cNvGrpSpPr/>
            <p:nvPr/>
          </p:nvGrpSpPr>
          <p:grpSpPr>
            <a:xfrm>
              <a:off x="-9877" y="0"/>
              <a:ext cx="1388125" cy="2507650"/>
              <a:chOff x="-9878" y="1"/>
              <a:chExt cx="1388125" cy="2507650"/>
            </a:xfrm>
          </p:grpSpPr>
          <p:pic>
            <p:nvPicPr>
              <p:cNvPr id="137" name="Google Shape;137;p45"/>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138" name="Google Shape;138;p45"/>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139" name="Google Shape;139;p45"/>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140" name="Google Shape;140;p45"/>
              <p:cNvPicPr preferRelativeResize="0"/>
              <p:nvPr/>
            </p:nvPicPr>
            <p:blipFill rotWithShape="1">
              <a:blip r:embed="rId5">
                <a:alphaModFix/>
              </a:blip>
              <a:srcRect b="50443" l="0" r="0" t="0"/>
              <a:stretch/>
            </p:blipFill>
            <p:spPr>
              <a:xfrm rot="5400000">
                <a:off x="-268127" y="1806250"/>
                <a:ext cx="959650" cy="443150"/>
              </a:xfrm>
              <a:prstGeom prst="rect">
                <a:avLst/>
              </a:prstGeom>
              <a:noFill/>
              <a:ln>
                <a:noFill/>
              </a:ln>
            </p:spPr>
          </p:pic>
          <p:pic>
            <p:nvPicPr>
              <p:cNvPr id="141" name="Google Shape;141;p45"/>
              <p:cNvPicPr preferRelativeResize="0"/>
              <p:nvPr/>
            </p:nvPicPr>
            <p:blipFill rotWithShape="1">
              <a:blip r:embed="rId3">
                <a:alphaModFix/>
              </a:blip>
              <a:srcRect b="50880" l="11254" r="13011" t="0"/>
              <a:stretch/>
            </p:blipFill>
            <p:spPr>
              <a:xfrm rot="5400000">
                <a:off x="-144290" y="1246411"/>
                <a:ext cx="603700" cy="334875"/>
              </a:xfrm>
              <a:prstGeom prst="rect">
                <a:avLst/>
              </a:prstGeom>
              <a:noFill/>
              <a:ln>
                <a:noFill/>
              </a:ln>
            </p:spPr>
          </p:pic>
        </p:grpSp>
        <p:grpSp>
          <p:nvGrpSpPr>
            <p:cNvPr id="142" name="Google Shape;142;p45"/>
            <p:cNvGrpSpPr/>
            <p:nvPr/>
          </p:nvGrpSpPr>
          <p:grpSpPr>
            <a:xfrm>
              <a:off x="7736711" y="2608785"/>
              <a:ext cx="1388125" cy="2534723"/>
              <a:chOff x="7736711" y="2608785"/>
              <a:chExt cx="1388125" cy="2534723"/>
            </a:xfrm>
          </p:grpSpPr>
          <p:pic>
            <p:nvPicPr>
              <p:cNvPr id="143" name="Google Shape;143;p45"/>
              <p:cNvPicPr preferRelativeResize="0"/>
              <p:nvPr/>
            </p:nvPicPr>
            <p:blipFill rotWithShape="1">
              <a:blip r:embed="rId3">
                <a:alphaModFix/>
              </a:blip>
              <a:srcRect b="50880" l="11254" r="13011" t="0"/>
              <a:stretch/>
            </p:blipFill>
            <p:spPr>
              <a:xfrm rot="-5400000">
                <a:off x="8555335" y="3857059"/>
                <a:ext cx="732625" cy="406375"/>
              </a:xfrm>
              <a:prstGeom prst="rect">
                <a:avLst/>
              </a:prstGeom>
              <a:noFill/>
              <a:ln>
                <a:noFill/>
              </a:ln>
            </p:spPr>
          </p:pic>
          <p:pic>
            <p:nvPicPr>
              <p:cNvPr id="144" name="Google Shape;144;p45"/>
              <p:cNvPicPr preferRelativeResize="0"/>
              <p:nvPr/>
            </p:nvPicPr>
            <p:blipFill rotWithShape="1">
              <a:blip r:embed="rId4">
                <a:alphaModFix/>
              </a:blip>
              <a:srcRect b="65415" l="0" r="5516" t="-40484"/>
              <a:stretch/>
            </p:blipFill>
            <p:spPr>
              <a:xfrm rot="-5400000">
                <a:off x="7501110" y="3212706"/>
                <a:ext cx="1865925" cy="1381525"/>
              </a:xfrm>
              <a:prstGeom prst="rect">
                <a:avLst/>
              </a:prstGeom>
              <a:noFill/>
              <a:ln>
                <a:noFill/>
              </a:ln>
            </p:spPr>
          </p:pic>
          <p:pic>
            <p:nvPicPr>
              <p:cNvPr id="145" name="Google Shape;145;p45"/>
              <p:cNvPicPr preferRelativeResize="0"/>
              <p:nvPr/>
            </p:nvPicPr>
            <p:blipFill rotWithShape="1">
              <a:blip r:embed="rId4">
                <a:alphaModFix/>
              </a:blip>
              <a:srcRect b="47015" l="48893" r="12333" t="1038"/>
              <a:stretch/>
            </p:blipFill>
            <p:spPr>
              <a:xfrm rot="-5400000">
                <a:off x="7874773" y="3893445"/>
                <a:ext cx="1112000" cy="1388125"/>
              </a:xfrm>
              <a:prstGeom prst="rect">
                <a:avLst/>
              </a:prstGeom>
              <a:noFill/>
              <a:ln>
                <a:noFill/>
              </a:ln>
            </p:spPr>
          </p:pic>
          <p:pic>
            <p:nvPicPr>
              <p:cNvPr id="146" name="Google Shape;146;p45"/>
              <p:cNvPicPr preferRelativeResize="0"/>
              <p:nvPr/>
            </p:nvPicPr>
            <p:blipFill rotWithShape="1">
              <a:blip r:embed="rId5">
                <a:alphaModFix/>
              </a:blip>
              <a:srcRect b="50443" l="0" r="0" t="0"/>
              <a:stretch/>
            </p:blipFill>
            <p:spPr>
              <a:xfrm rot="-5400000">
                <a:off x="8423435" y="4382433"/>
                <a:ext cx="959650" cy="443150"/>
              </a:xfrm>
              <a:prstGeom prst="rect">
                <a:avLst/>
              </a:prstGeom>
              <a:noFill/>
              <a:ln>
                <a:noFill/>
              </a:ln>
            </p:spPr>
          </p:pic>
          <p:pic>
            <p:nvPicPr>
              <p:cNvPr id="147" name="Google Shape;147;p45"/>
              <p:cNvPicPr preferRelativeResize="0"/>
              <p:nvPr/>
            </p:nvPicPr>
            <p:blipFill rotWithShape="1">
              <a:blip r:embed="rId3">
                <a:alphaModFix/>
              </a:blip>
              <a:srcRect b="50880" l="11254" r="13011" t="0"/>
              <a:stretch/>
            </p:blipFill>
            <p:spPr>
              <a:xfrm rot="-5400000">
                <a:off x="8655548" y="2743197"/>
                <a:ext cx="603700" cy="334875"/>
              </a:xfrm>
              <a:prstGeom prst="rect">
                <a:avLst/>
              </a:prstGeom>
              <a:noFill/>
              <a:ln>
                <a:noFill/>
              </a:ln>
            </p:spPr>
          </p:pic>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8" name="Shape 148"/>
        <p:cNvGrpSpPr/>
        <p:nvPr/>
      </p:nvGrpSpPr>
      <p:grpSpPr>
        <a:xfrm>
          <a:off x="0" y="0"/>
          <a:ext cx="0" cy="0"/>
          <a:chOff x="0" y="0"/>
          <a:chExt cx="0" cy="0"/>
        </a:xfrm>
      </p:grpSpPr>
      <p:pic>
        <p:nvPicPr>
          <p:cNvPr id="149" name="Google Shape;149;p46"/>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150" name="Google Shape;150;p46"/>
          <p:cNvSpPr txBox="1"/>
          <p:nvPr>
            <p:ph type="title"/>
          </p:nvPr>
        </p:nvSpPr>
        <p:spPr>
          <a:xfrm>
            <a:off x="3683326" y="3176488"/>
            <a:ext cx="3818700" cy="531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000"/>
              <a:buNone/>
              <a:defRPr sz="2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51" name="Google Shape;151;p46"/>
          <p:cNvSpPr txBox="1"/>
          <p:nvPr>
            <p:ph idx="1" type="subTitle"/>
          </p:nvPr>
        </p:nvSpPr>
        <p:spPr>
          <a:xfrm>
            <a:off x="1641750" y="1435113"/>
            <a:ext cx="5860500" cy="14784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52" name="Shape 152"/>
        <p:cNvGrpSpPr/>
        <p:nvPr/>
      </p:nvGrpSpPr>
      <p:grpSpPr>
        <a:xfrm>
          <a:off x="0" y="0"/>
          <a:ext cx="0" cy="0"/>
          <a:chOff x="0" y="0"/>
          <a:chExt cx="0" cy="0"/>
        </a:xfrm>
      </p:grpSpPr>
      <p:pic>
        <p:nvPicPr>
          <p:cNvPr id="153" name="Google Shape;153;p47"/>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154" name="Google Shape;154;p47"/>
          <p:cNvSpPr txBox="1"/>
          <p:nvPr>
            <p:ph type="title"/>
          </p:nvPr>
        </p:nvSpPr>
        <p:spPr>
          <a:xfrm>
            <a:off x="798388" y="2743394"/>
            <a:ext cx="3492600" cy="768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b="1" sz="45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55" name="Google Shape;155;p47"/>
          <p:cNvSpPr txBox="1"/>
          <p:nvPr>
            <p:ph idx="1" type="subTitle"/>
          </p:nvPr>
        </p:nvSpPr>
        <p:spPr>
          <a:xfrm>
            <a:off x="798388" y="3512292"/>
            <a:ext cx="3492600" cy="59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56" name="Google Shape;156;p47"/>
          <p:cNvSpPr txBox="1"/>
          <p:nvPr>
            <p:ph idx="2" type="title"/>
          </p:nvPr>
        </p:nvSpPr>
        <p:spPr>
          <a:xfrm>
            <a:off x="2825700" y="1032408"/>
            <a:ext cx="3492600" cy="768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b="1" sz="45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57" name="Google Shape;157;p47"/>
          <p:cNvSpPr txBox="1"/>
          <p:nvPr>
            <p:ph idx="3" type="subTitle"/>
          </p:nvPr>
        </p:nvSpPr>
        <p:spPr>
          <a:xfrm>
            <a:off x="2825700" y="1801320"/>
            <a:ext cx="3492600" cy="59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58" name="Google Shape;158;p47"/>
          <p:cNvSpPr txBox="1"/>
          <p:nvPr>
            <p:ph idx="4" type="title"/>
          </p:nvPr>
        </p:nvSpPr>
        <p:spPr>
          <a:xfrm>
            <a:off x="4853013" y="2743394"/>
            <a:ext cx="3492600" cy="768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b="1" sz="45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59" name="Google Shape;159;p47"/>
          <p:cNvSpPr txBox="1"/>
          <p:nvPr>
            <p:ph idx="5" type="subTitle"/>
          </p:nvPr>
        </p:nvSpPr>
        <p:spPr>
          <a:xfrm>
            <a:off x="4853013" y="3512292"/>
            <a:ext cx="3492600" cy="59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0" name="Shape 160"/>
        <p:cNvGrpSpPr/>
        <p:nvPr/>
      </p:nvGrpSpPr>
      <p:grpSpPr>
        <a:xfrm>
          <a:off x="0" y="0"/>
          <a:ext cx="0" cy="0"/>
          <a:chOff x="0" y="0"/>
          <a:chExt cx="0" cy="0"/>
        </a:xfrm>
      </p:grpSpPr>
      <p:pic>
        <p:nvPicPr>
          <p:cNvPr id="161" name="Google Shape;161;p48"/>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162" name="Google Shape;162;p48"/>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63" name="Google Shape;163;p48"/>
          <p:cNvGrpSpPr/>
          <p:nvPr/>
        </p:nvGrpSpPr>
        <p:grpSpPr>
          <a:xfrm>
            <a:off x="-9878" y="1"/>
            <a:ext cx="9154003" cy="5143507"/>
            <a:chOff x="-9878" y="1"/>
            <a:chExt cx="9154003" cy="5143507"/>
          </a:xfrm>
        </p:grpSpPr>
        <p:pic>
          <p:nvPicPr>
            <p:cNvPr id="164" name="Google Shape;164;p48"/>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165" name="Google Shape;165;p48"/>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166" name="Google Shape;166;p48"/>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167" name="Google Shape;167;p48"/>
            <p:cNvPicPr preferRelativeResize="0"/>
            <p:nvPr/>
          </p:nvPicPr>
          <p:blipFill rotWithShape="1">
            <a:blip r:embed="rId5">
              <a:alphaModFix/>
            </a:blip>
            <a:srcRect b="50443" l="0" r="0" t="0"/>
            <a:stretch/>
          </p:blipFill>
          <p:spPr>
            <a:xfrm rot="5400000">
              <a:off x="-171901" y="701525"/>
              <a:ext cx="602100" cy="278050"/>
            </a:xfrm>
            <a:prstGeom prst="rect">
              <a:avLst/>
            </a:prstGeom>
            <a:noFill/>
            <a:ln>
              <a:noFill/>
            </a:ln>
          </p:spPr>
        </p:pic>
        <p:pic>
          <p:nvPicPr>
            <p:cNvPr id="168" name="Google Shape;168;p48"/>
            <p:cNvPicPr preferRelativeResize="0"/>
            <p:nvPr/>
          </p:nvPicPr>
          <p:blipFill rotWithShape="1">
            <a:blip r:embed="rId3">
              <a:alphaModFix/>
            </a:blip>
            <a:srcRect b="50880" l="11254" r="13011" t="0"/>
            <a:stretch/>
          </p:blipFill>
          <p:spPr>
            <a:xfrm rot="5400000">
              <a:off x="-144290" y="1246411"/>
              <a:ext cx="603700" cy="334875"/>
            </a:xfrm>
            <a:prstGeom prst="rect">
              <a:avLst/>
            </a:prstGeom>
            <a:noFill/>
            <a:ln>
              <a:noFill/>
            </a:ln>
          </p:spPr>
        </p:pic>
        <p:pic>
          <p:nvPicPr>
            <p:cNvPr id="169" name="Google Shape;169;p48"/>
            <p:cNvPicPr preferRelativeResize="0"/>
            <p:nvPr/>
          </p:nvPicPr>
          <p:blipFill rotWithShape="1">
            <a:blip r:embed="rId3">
              <a:alphaModFix/>
            </a:blip>
            <a:srcRect b="50880" l="11254" r="13011" t="0"/>
            <a:stretch/>
          </p:blipFill>
          <p:spPr>
            <a:xfrm rot="-5400000">
              <a:off x="8555335" y="3857059"/>
              <a:ext cx="732625" cy="406375"/>
            </a:xfrm>
            <a:prstGeom prst="rect">
              <a:avLst/>
            </a:prstGeom>
            <a:noFill/>
            <a:ln>
              <a:noFill/>
            </a:ln>
          </p:spPr>
        </p:pic>
        <p:pic>
          <p:nvPicPr>
            <p:cNvPr id="170" name="Google Shape;170;p48"/>
            <p:cNvPicPr preferRelativeResize="0"/>
            <p:nvPr/>
          </p:nvPicPr>
          <p:blipFill rotWithShape="1">
            <a:blip r:embed="rId4">
              <a:alphaModFix/>
            </a:blip>
            <a:srcRect b="65415" l="0" r="5516" t="-40484"/>
            <a:stretch/>
          </p:blipFill>
          <p:spPr>
            <a:xfrm rot="-5400000">
              <a:off x="7501110" y="3212706"/>
              <a:ext cx="1865925" cy="1381525"/>
            </a:xfrm>
            <a:prstGeom prst="rect">
              <a:avLst/>
            </a:prstGeom>
            <a:noFill/>
            <a:ln>
              <a:noFill/>
            </a:ln>
          </p:spPr>
        </p:pic>
        <p:pic>
          <p:nvPicPr>
            <p:cNvPr id="171" name="Google Shape;171;p48"/>
            <p:cNvPicPr preferRelativeResize="0"/>
            <p:nvPr/>
          </p:nvPicPr>
          <p:blipFill rotWithShape="1">
            <a:blip r:embed="rId4">
              <a:alphaModFix/>
            </a:blip>
            <a:srcRect b="47015" l="48893" r="12333" t="1038"/>
            <a:stretch/>
          </p:blipFill>
          <p:spPr>
            <a:xfrm rot="-5400000">
              <a:off x="7874773" y="3893445"/>
              <a:ext cx="1112000" cy="1388125"/>
            </a:xfrm>
            <a:prstGeom prst="rect">
              <a:avLst/>
            </a:prstGeom>
            <a:noFill/>
            <a:ln>
              <a:noFill/>
            </a:ln>
          </p:spPr>
        </p:pic>
        <p:pic>
          <p:nvPicPr>
            <p:cNvPr id="172" name="Google Shape;172;p48"/>
            <p:cNvPicPr preferRelativeResize="0"/>
            <p:nvPr/>
          </p:nvPicPr>
          <p:blipFill rotWithShape="1">
            <a:blip r:embed="rId5">
              <a:alphaModFix/>
            </a:blip>
            <a:srcRect b="50443" l="50093" r="0" t="0"/>
            <a:stretch/>
          </p:blipFill>
          <p:spPr>
            <a:xfrm rot="-5400000">
              <a:off x="8683088" y="4682466"/>
              <a:ext cx="478925" cy="443150"/>
            </a:xfrm>
            <a:prstGeom prst="rect">
              <a:avLst/>
            </a:prstGeom>
            <a:noFill/>
            <a:ln>
              <a:noFill/>
            </a:ln>
          </p:spPr>
        </p:pic>
        <p:pic>
          <p:nvPicPr>
            <p:cNvPr id="173" name="Google Shape;173;p48"/>
            <p:cNvPicPr preferRelativeResize="0"/>
            <p:nvPr/>
          </p:nvPicPr>
          <p:blipFill rotWithShape="1">
            <a:blip r:embed="rId3">
              <a:alphaModFix/>
            </a:blip>
            <a:srcRect b="50880" l="11254" r="13011" t="0"/>
            <a:stretch/>
          </p:blipFill>
          <p:spPr>
            <a:xfrm rot="-5400000">
              <a:off x="8655548" y="2743197"/>
              <a:ext cx="603700" cy="334875"/>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74" name="Shape 174"/>
        <p:cNvGrpSpPr/>
        <p:nvPr/>
      </p:nvGrpSpPr>
      <p:grpSpPr>
        <a:xfrm>
          <a:off x="0" y="0"/>
          <a:ext cx="0" cy="0"/>
          <a:chOff x="0" y="0"/>
          <a:chExt cx="0" cy="0"/>
        </a:xfrm>
      </p:grpSpPr>
      <p:pic>
        <p:nvPicPr>
          <p:cNvPr id="175" name="Google Shape;175;p49"/>
          <p:cNvPicPr preferRelativeResize="0"/>
          <p:nvPr/>
        </p:nvPicPr>
        <p:blipFill rotWithShape="1">
          <a:blip r:embed="rId2">
            <a:alphaModFix/>
          </a:blip>
          <a:srcRect b="4259" l="0" r="0" t="0"/>
          <a:stretch/>
        </p:blipFill>
        <p:spPr>
          <a:xfrm>
            <a:off x="125" y="0"/>
            <a:ext cx="9144000" cy="5143500"/>
          </a:xfrm>
          <a:prstGeom prst="rect">
            <a:avLst/>
          </a:prstGeom>
          <a:noFill/>
          <a:ln>
            <a:noFill/>
          </a:ln>
        </p:spPr>
      </p:pic>
      <p:sp>
        <p:nvSpPr>
          <p:cNvPr id="176" name="Google Shape;176;p49"/>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77" name="Google Shape;177;p49"/>
          <p:cNvGrpSpPr/>
          <p:nvPr/>
        </p:nvGrpSpPr>
        <p:grpSpPr>
          <a:xfrm flipH="1" rot="10800000">
            <a:off x="-9878" y="1"/>
            <a:ext cx="9154003" cy="5143507"/>
            <a:chOff x="-9878" y="1"/>
            <a:chExt cx="9154003" cy="5143507"/>
          </a:xfrm>
        </p:grpSpPr>
        <p:pic>
          <p:nvPicPr>
            <p:cNvPr id="178" name="Google Shape;178;p49"/>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179" name="Google Shape;179;p49"/>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180" name="Google Shape;180;p49"/>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181" name="Google Shape;181;p49"/>
            <p:cNvPicPr preferRelativeResize="0"/>
            <p:nvPr/>
          </p:nvPicPr>
          <p:blipFill rotWithShape="1">
            <a:blip r:embed="rId5">
              <a:alphaModFix/>
            </a:blip>
            <a:srcRect b="50443" l="0" r="0" t="0"/>
            <a:stretch/>
          </p:blipFill>
          <p:spPr>
            <a:xfrm rot="5400000">
              <a:off x="-171901" y="701525"/>
              <a:ext cx="602100" cy="278050"/>
            </a:xfrm>
            <a:prstGeom prst="rect">
              <a:avLst/>
            </a:prstGeom>
            <a:noFill/>
            <a:ln>
              <a:noFill/>
            </a:ln>
          </p:spPr>
        </p:pic>
        <p:pic>
          <p:nvPicPr>
            <p:cNvPr id="182" name="Google Shape;182;p49"/>
            <p:cNvPicPr preferRelativeResize="0"/>
            <p:nvPr/>
          </p:nvPicPr>
          <p:blipFill rotWithShape="1">
            <a:blip r:embed="rId3">
              <a:alphaModFix/>
            </a:blip>
            <a:srcRect b="50880" l="11254" r="13011" t="0"/>
            <a:stretch/>
          </p:blipFill>
          <p:spPr>
            <a:xfrm rot="5400000">
              <a:off x="-144290" y="1246411"/>
              <a:ext cx="603700" cy="334875"/>
            </a:xfrm>
            <a:prstGeom prst="rect">
              <a:avLst/>
            </a:prstGeom>
            <a:noFill/>
            <a:ln>
              <a:noFill/>
            </a:ln>
          </p:spPr>
        </p:pic>
        <p:pic>
          <p:nvPicPr>
            <p:cNvPr id="183" name="Google Shape;183;p49"/>
            <p:cNvPicPr preferRelativeResize="0"/>
            <p:nvPr/>
          </p:nvPicPr>
          <p:blipFill rotWithShape="1">
            <a:blip r:embed="rId3">
              <a:alphaModFix/>
            </a:blip>
            <a:srcRect b="50880" l="11254" r="13011" t="0"/>
            <a:stretch/>
          </p:blipFill>
          <p:spPr>
            <a:xfrm rot="-5400000">
              <a:off x="8555335" y="3857059"/>
              <a:ext cx="732625" cy="406375"/>
            </a:xfrm>
            <a:prstGeom prst="rect">
              <a:avLst/>
            </a:prstGeom>
            <a:noFill/>
            <a:ln>
              <a:noFill/>
            </a:ln>
          </p:spPr>
        </p:pic>
        <p:pic>
          <p:nvPicPr>
            <p:cNvPr id="184" name="Google Shape;184;p49"/>
            <p:cNvPicPr preferRelativeResize="0"/>
            <p:nvPr/>
          </p:nvPicPr>
          <p:blipFill rotWithShape="1">
            <a:blip r:embed="rId4">
              <a:alphaModFix/>
            </a:blip>
            <a:srcRect b="65415" l="0" r="5516" t="-40484"/>
            <a:stretch/>
          </p:blipFill>
          <p:spPr>
            <a:xfrm rot="-5400000">
              <a:off x="7501110" y="3212706"/>
              <a:ext cx="1865925" cy="1381525"/>
            </a:xfrm>
            <a:prstGeom prst="rect">
              <a:avLst/>
            </a:prstGeom>
            <a:noFill/>
            <a:ln>
              <a:noFill/>
            </a:ln>
          </p:spPr>
        </p:pic>
        <p:pic>
          <p:nvPicPr>
            <p:cNvPr id="185" name="Google Shape;185;p49"/>
            <p:cNvPicPr preferRelativeResize="0"/>
            <p:nvPr/>
          </p:nvPicPr>
          <p:blipFill rotWithShape="1">
            <a:blip r:embed="rId4">
              <a:alphaModFix/>
            </a:blip>
            <a:srcRect b="47015" l="48893" r="12333" t="1038"/>
            <a:stretch/>
          </p:blipFill>
          <p:spPr>
            <a:xfrm rot="-5400000">
              <a:off x="7874773" y="3893445"/>
              <a:ext cx="1112000" cy="1388125"/>
            </a:xfrm>
            <a:prstGeom prst="rect">
              <a:avLst/>
            </a:prstGeom>
            <a:noFill/>
            <a:ln>
              <a:noFill/>
            </a:ln>
          </p:spPr>
        </p:pic>
        <p:pic>
          <p:nvPicPr>
            <p:cNvPr id="186" name="Google Shape;186;p49"/>
            <p:cNvPicPr preferRelativeResize="0"/>
            <p:nvPr/>
          </p:nvPicPr>
          <p:blipFill rotWithShape="1">
            <a:blip r:embed="rId5">
              <a:alphaModFix/>
            </a:blip>
            <a:srcRect b="50443" l="50093" r="0" t="0"/>
            <a:stretch/>
          </p:blipFill>
          <p:spPr>
            <a:xfrm rot="-5400000">
              <a:off x="8683088" y="4682466"/>
              <a:ext cx="478925" cy="443150"/>
            </a:xfrm>
            <a:prstGeom prst="rect">
              <a:avLst/>
            </a:prstGeom>
            <a:noFill/>
            <a:ln>
              <a:noFill/>
            </a:ln>
          </p:spPr>
        </p:pic>
        <p:pic>
          <p:nvPicPr>
            <p:cNvPr id="187" name="Google Shape;187;p49"/>
            <p:cNvPicPr preferRelativeResize="0"/>
            <p:nvPr/>
          </p:nvPicPr>
          <p:blipFill rotWithShape="1">
            <a:blip r:embed="rId3">
              <a:alphaModFix/>
            </a:blip>
            <a:srcRect b="50880" l="11254" r="13011" t="0"/>
            <a:stretch/>
          </p:blipFill>
          <p:spPr>
            <a:xfrm rot="-5400000">
              <a:off x="8655548" y="2743197"/>
              <a:ext cx="603700" cy="334875"/>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8" name="Shape 188"/>
        <p:cNvGrpSpPr/>
        <p:nvPr/>
      </p:nvGrpSpPr>
      <p:grpSpPr>
        <a:xfrm>
          <a:off x="0" y="0"/>
          <a:ext cx="0" cy="0"/>
          <a:chOff x="0" y="0"/>
          <a:chExt cx="0" cy="0"/>
        </a:xfrm>
      </p:grpSpPr>
      <p:pic>
        <p:nvPicPr>
          <p:cNvPr id="189" name="Google Shape;189;p53"/>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190" name="Google Shape;190;p53"/>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1" name="Shape 191"/>
        <p:cNvGrpSpPr/>
        <p:nvPr/>
      </p:nvGrpSpPr>
      <p:grpSpPr>
        <a:xfrm>
          <a:off x="0" y="0"/>
          <a:ext cx="0" cy="0"/>
          <a:chOff x="0" y="0"/>
          <a:chExt cx="0" cy="0"/>
        </a:xfrm>
      </p:grpSpPr>
      <p:pic>
        <p:nvPicPr>
          <p:cNvPr id="192" name="Google Shape;192;p54"/>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193" name="Google Shape;193;p54"/>
          <p:cNvSpPr txBox="1"/>
          <p:nvPr>
            <p:ph type="title"/>
          </p:nvPr>
        </p:nvSpPr>
        <p:spPr>
          <a:xfrm>
            <a:off x="2135550" y="1189100"/>
            <a:ext cx="4872900" cy="196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1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194" name="Google Shape;194;p54"/>
          <p:cNvSpPr txBox="1"/>
          <p:nvPr>
            <p:ph idx="1" type="subTitle"/>
          </p:nvPr>
        </p:nvSpPr>
        <p:spPr>
          <a:xfrm>
            <a:off x="2135550" y="3153500"/>
            <a:ext cx="48729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95" name="Shape 195"/>
        <p:cNvGrpSpPr/>
        <p:nvPr/>
      </p:nvGrpSpPr>
      <p:grpSpPr>
        <a:xfrm>
          <a:off x="0" y="0"/>
          <a:ext cx="0" cy="0"/>
          <a:chOff x="0" y="0"/>
          <a:chExt cx="0" cy="0"/>
        </a:xfrm>
      </p:grpSpPr>
      <p:pic>
        <p:nvPicPr>
          <p:cNvPr id="196" name="Google Shape;196;p55"/>
          <p:cNvPicPr preferRelativeResize="0"/>
          <p:nvPr/>
        </p:nvPicPr>
        <p:blipFill rotWithShape="1">
          <a:blip r:embed="rId2">
            <a:alphaModFix/>
          </a:blip>
          <a:srcRect b="4259" l="0" r="0" t="0"/>
          <a:stretch/>
        </p:blipFill>
        <p:spPr>
          <a:xfrm>
            <a:off x="0" y="0"/>
            <a:ext cx="9144000" cy="5143500"/>
          </a:xfrm>
          <a:prstGeom prst="rect">
            <a:avLst/>
          </a:prstGeom>
          <a:noFill/>
          <a:ln>
            <a:noFill/>
          </a:ln>
        </p:spPr>
      </p:pic>
      <p:sp>
        <p:nvSpPr>
          <p:cNvPr id="197" name="Google Shape;197;p55"/>
          <p:cNvSpPr txBox="1"/>
          <p:nvPr>
            <p:ph type="title"/>
          </p:nvPr>
        </p:nvSpPr>
        <p:spPr>
          <a:xfrm>
            <a:off x="720000" y="4014450"/>
            <a:ext cx="7704000" cy="572700"/>
          </a:xfrm>
          <a:prstGeom prst="rect">
            <a:avLst/>
          </a:prstGeom>
          <a:solidFill>
            <a:schemeClr val="accent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solidFill>
                  <a:schemeClr val="lt1"/>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8" name="Shape 198"/>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99" name="Shape 199"/>
        <p:cNvGrpSpPr/>
        <p:nvPr/>
      </p:nvGrpSpPr>
      <p:grpSpPr>
        <a:xfrm>
          <a:off x="0" y="0"/>
          <a:ext cx="0" cy="0"/>
          <a:chOff x="0" y="0"/>
          <a:chExt cx="0" cy="0"/>
        </a:xfrm>
      </p:grpSpPr>
      <p:pic>
        <p:nvPicPr>
          <p:cNvPr id="200" name="Google Shape;200;p57"/>
          <p:cNvPicPr preferRelativeResize="0"/>
          <p:nvPr/>
        </p:nvPicPr>
        <p:blipFill rotWithShape="1">
          <a:blip r:embed="rId2">
            <a:alphaModFix/>
          </a:blip>
          <a:srcRect b="4259" l="0" r="0" t="0"/>
          <a:stretch/>
        </p:blipFill>
        <p:spPr>
          <a:xfrm>
            <a:off x="0" y="0"/>
            <a:ext cx="9144000" cy="5143500"/>
          </a:xfrm>
          <a:prstGeom prst="rect">
            <a:avLst/>
          </a:prstGeom>
          <a:noFill/>
          <a:ln>
            <a:noFill/>
          </a:ln>
        </p:spPr>
      </p:pic>
      <p:pic>
        <p:nvPicPr>
          <p:cNvPr id="201" name="Google Shape;201;p57"/>
          <p:cNvPicPr preferRelativeResize="0"/>
          <p:nvPr/>
        </p:nvPicPr>
        <p:blipFill rotWithShape="1">
          <a:blip r:embed="rId3">
            <a:alphaModFix/>
          </a:blip>
          <a:srcRect b="50880" l="11254" r="13011" t="0"/>
          <a:stretch/>
        </p:blipFill>
        <p:spPr>
          <a:xfrm rot="5400000">
            <a:off x="-173002" y="880074"/>
            <a:ext cx="732625" cy="406375"/>
          </a:xfrm>
          <a:prstGeom prst="rect">
            <a:avLst/>
          </a:prstGeom>
          <a:noFill/>
          <a:ln>
            <a:noFill/>
          </a:ln>
        </p:spPr>
      </p:pic>
      <p:pic>
        <p:nvPicPr>
          <p:cNvPr id="202" name="Google Shape;202;p57"/>
          <p:cNvPicPr preferRelativeResize="0"/>
          <p:nvPr/>
        </p:nvPicPr>
        <p:blipFill rotWithShape="1">
          <a:blip r:embed="rId4">
            <a:alphaModFix/>
          </a:blip>
          <a:srcRect b="65415" l="0" r="5516" t="-40484"/>
          <a:stretch/>
        </p:blipFill>
        <p:spPr>
          <a:xfrm rot="5400000">
            <a:off x="-252077" y="549276"/>
            <a:ext cx="1865925" cy="1381525"/>
          </a:xfrm>
          <a:prstGeom prst="rect">
            <a:avLst/>
          </a:prstGeom>
          <a:noFill/>
          <a:ln>
            <a:noFill/>
          </a:ln>
        </p:spPr>
      </p:pic>
      <p:pic>
        <p:nvPicPr>
          <p:cNvPr id="203" name="Google Shape;203;p57"/>
          <p:cNvPicPr preferRelativeResize="0"/>
          <p:nvPr/>
        </p:nvPicPr>
        <p:blipFill rotWithShape="1">
          <a:blip r:embed="rId4">
            <a:alphaModFix/>
          </a:blip>
          <a:srcRect b="47015" l="48893" r="12333" t="1038"/>
          <a:stretch/>
        </p:blipFill>
        <p:spPr>
          <a:xfrm rot="5400000">
            <a:off x="128185" y="-138062"/>
            <a:ext cx="1112000" cy="1388125"/>
          </a:xfrm>
          <a:prstGeom prst="rect">
            <a:avLst/>
          </a:prstGeom>
          <a:noFill/>
          <a:ln>
            <a:noFill/>
          </a:ln>
        </p:spPr>
      </p:pic>
      <p:pic>
        <p:nvPicPr>
          <p:cNvPr id="204" name="Google Shape;204;p57"/>
          <p:cNvPicPr preferRelativeResize="0"/>
          <p:nvPr/>
        </p:nvPicPr>
        <p:blipFill rotWithShape="1">
          <a:blip r:embed="rId5">
            <a:alphaModFix/>
          </a:blip>
          <a:srcRect b="50443" l="0" r="0" t="0"/>
          <a:stretch/>
        </p:blipFill>
        <p:spPr>
          <a:xfrm rot="5400000">
            <a:off x="-171901" y="701525"/>
            <a:ext cx="602100" cy="278050"/>
          </a:xfrm>
          <a:prstGeom prst="rect">
            <a:avLst/>
          </a:prstGeom>
          <a:noFill/>
          <a:ln>
            <a:noFill/>
          </a:ln>
        </p:spPr>
      </p:pic>
      <p:pic>
        <p:nvPicPr>
          <p:cNvPr id="205" name="Google Shape;205;p57"/>
          <p:cNvPicPr preferRelativeResize="0"/>
          <p:nvPr/>
        </p:nvPicPr>
        <p:blipFill rotWithShape="1">
          <a:blip r:embed="rId3">
            <a:alphaModFix/>
          </a:blip>
          <a:srcRect b="50880" l="11254" r="13011" t="0"/>
          <a:stretch/>
        </p:blipFill>
        <p:spPr>
          <a:xfrm rot="5400000">
            <a:off x="-144290" y="1246411"/>
            <a:ext cx="603700" cy="334875"/>
          </a:xfrm>
          <a:prstGeom prst="rect">
            <a:avLst/>
          </a:prstGeom>
          <a:noFill/>
          <a:ln>
            <a:noFill/>
          </a:ln>
        </p:spPr>
      </p:pic>
      <p:pic>
        <p:nvPicPr>
          <p:cNvPr id="206" name="Google Shape;206;p57"/>
          <p:cNvPicPr preferRelativeResize="0"/>
          <p:nvPr/>
        </p:nvPicPr>
        <p:blipFill rotWithShape="1">
          <a:blip r:embed="rId3">
            <a:alphaModFix/>
          </a:blip>
          <a:srcRect b="50880" l="11254" r="13011" t="0"/>
          <a:stretch/>
        </p:blipFill>
        <p:spPr>
          <a:xfrm rot="-5400000">
            <a:off x="8555335" y="3857059"/>
            <a:ext cx="732625" cy="406375"/>
          </a:xfrm>
          <a:prstGeom prst="rect">
            <a:avLst/>
          </a:prstGeom>
          <a:noFill/>
          <a:ln>
            <a:noFill/>
          </a:ln>
        </p:spPr>
      </p:pic>
      <p:pic>
        <p:nvPicPr>
          <p:cNvPr id="207" name="Google Shape;207;p57"/>
          <p:cNvPicPr preferRelativeResize="0"/>
          <p:nvPr/>
        </p:nvPicPr>
        <p:blipFill rotWithShape="1">
          <a:blip r:embed="rId4">
            <a:alphaModFix/>
          </a:blip>
          <a:srcRect b="65415" l="0" r="5516" t="-40484"/>
          <a:stretch/>
        </p:blipFill>
        <p:spPr>
          <a:xfrm rot="-5400000">
            <a:off x="7501110" y="3212706"/>
            <a:ext cx="1865925" cy="1381525"/>
          </a:xfrm>
          <a:prstGeom prst="rect">
            <a:avLst/>
          </a:prstGeom>
          <a:noFill/>
          <a:ln>
            <a:noFill/>
          </a:ln>
        </p:spPr>
      </p:pic>
      <p:pic>
        <p:nvPicPr>
          <p:cNvPr id="208" name="Google Shape;208;p57"/>
          <p:cNvPicPr preferRelativeResize="0"/>
          <p:nvPr/>
        </p:nvPicPr>
        <p:blipFill rotWithShape="1">
          <a:blip r:embed="rId4">
            <a:alphaModFix/>
          </a:blip>
          <a:srcRect b="47015" l="48893" r="12333" t="1038"/>
          <a:stretch/>
        </p:blipFill>
        <p:spPr>
          <a:xfrm rot="-5400000">
            <a:off x="7874773" y="3893445"/>
            <a:ext cx="1112000" cy="1388125"/>
          </a:xfrm>
          <a:prstGeom prst="rect">
            <a:avLst/>
          </a:prstGeom>
          <a:noFill/>
          <a:ln>
            <a:noFill/>
          </a:ln>
        </p:spPr>
      </p:pic>
      <p:pic>
        <p:nvPicPr>
          <p:cNvPr id="209" name="Google Shape;209;p57"/>
          <p:cNvPicPr preferRelativeResize="0"/>
          <p:nvPr/>
        </p:nvPicPr>
        <p:blipFill rotWithShape="1">
          <a:blip r:embed="rId5">
            <a:alphaModFix/>
          </a:blip>
          <a:srcRect b="50443" l="50093" r="0" t="0"/>
          <a:stretch/>
        </p:blipFill>
        <p:spPr>
          <a:xfrm rot="-5400000">
            <a:off x="8683088" y="4682466"/>
            <a:ext cx="478925" cy="443150"/>
          </a:xfrm>
          <a:prstGeom prst="rect">
            <a:avLst/>
          </a:prstGeom>
          <a:noFill/>
          <a:ln>
            <a:noFill/>
          </a:ln>
        </p:spPr>
      </p:pic>
      <p:pic>
        <p:nvPicPr>
          <p:cNvPr id="210" name="Google Shape;210;p57"/>
          <p:cNvPicPr preferRelativeResize="0"/>
          <p:nvPr/>
        </p:nvPicPr>
        <p:blipFill rotWithShape="1">
          <a:blip r:embed="rId3">
            <a:alphaModFix/>
          </a:blip>
          <a:srcRect b="50880" l="11254" r="13011" t="0"/>
          <a:stretch/>
        </p:blipFill>
        <p:spPr>
          <a:xfrm rot="-5400000">
            <a:off x="8655548" y="2743197"/>
            <a:ext cx="603700" cy="3348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11" name="Shape 211"/>
        <p:cNvGrpSpPr/>
        <p:nvPr/>
      </p:nvGrpSpPr>
      <p:grpSpPr>
        <a:xfrm>
          <a:off x="0" y="0"/>
          <a:ext cx="0" cy="0"/>
          <a:chOff x="0" y="0"/>
          <a:chExt cx="0" cy="0"/>
        </a:xfrm>
      </p:grpSpPr>
      <p:pic>
        <p:nvPicPr>
          <p:cNvPr id="212" name="Google Shape;212;p58"/>
          <p:cNvPicPr preferRelativeResize="0"/>
          <p:nvPr/>
        </p:nvPicPr>
        <p:blipFill rotWithShape="1">
          <a:blip r:embed="rId2">
            <a:alphaModFix/>
          </a:blip>
          <a:srcRect b="4259" l="0" r="0" t="0"/>
          <a:stretch/>
        </p:blipFill>
        <p:spPr>
          <a:xfrm>
            <a:off x="0" y="0"/>
            <a:ext cx="9144000" cy="5143500"/>
          </a:xfrm>
          <a:prstGeom prst="rect">
            <a:avLst/>
          </a:prstGeom>
          <a:noFill/>
          <a:ln>
            <a:noFill/>
          </a:ln>
        </p:spPr>
      </p:pic>
      <p:grpSp>
        <p:nvGrpSpPr>
          <p:cNvPr id="213" name="Google Shape;213;p58"/>
          <p:cNvGrpSpPr/>
          <p:nvPr/>
        </p:nvGrpSpPr>
        <p:grpSpPr>
          <a:xfrm>
            <a:off x="6" y="3736089"/>
            <a:ext cx="2534723" cy="1407415"/>
            <a:chOff x="6" y="3736089"/>
            <a:chExt cx="2534723" cy="1407415"/>
          </a:xfrm>
        </p:grpSpPr>
        <p:pic>
          <p:nvPicPr>
            <p:cNvPr id="214" name="Google Shape;214;p58"/>
            <p:cNvPicPr preferRelativeResize="0"/>
            <p:nvPr/>
          </p:nvPicPr>
          <p:blipFill rotWithShape="1">
            <a:blip r:embed="rId3">
              <a:alphaModFix/>
            </a:blip>
            <a:srcRect b="50880" l="11254" r="13011" t="0"/>
            <a:stretch/>
          </p:blipFill>
          <p:spPr>
            <a:xfrm>
              <a:off x="716955" y="4717839"/>
              <a:ext cx="732625" cy="406375"/>
            </a:xfrm>
            <a:prstGeom prst="rect">
              <a:avLst/>
            </a:prstGeom>
            <a:noFill/>
            <a:ln>
              <a:noFill/>
            </a:ln>
          </p:spPr>
        </p:pic>
        <p:pic>
          <p:nvPicPr>
            <p:cNvPr id="215" name="Google Shape;215;p58"/>
            <p:cNvPicPr preferRelativeResize="0"/>
            <p:nvPr/>
          </p:nvPicPr>
          <p:blipFill rotWithShape="1">
            <a:blip r:embed="rId4">
              <a:alphaModFix/>
            </a:blip>
            <a:srcRect b="65415" l="0" r="5516" t="-40484"/>
            <a:stretch/>
          </p:blipFill>
          <p:spPr>
            <a:xfrm>
              <a:off x="307083" y="3742688"/>
              <a:ext cx="1865925" cy="1381525"/>
            </a:xfrm>
            <a:prstGeom prst="rect">
              <a:avLst/>
            </a:prstGeom>
            <a:noFill/>
            <a:ln>
              <a:noFill/>
            </a:ln>
          </p:spPr>
        </p:pic>
        <p:pic>
          <p:nvPicPr>
            <p:cNvPr id="216" name="Google Shape;216;p58"/>
            <p:cNvPicPr preferRelativeResize="0"/>
            <p:nvPr/>
          </p:nvPicPr>
          <p:blipFill rotWithShape="1">
            <a:blip r:embed="rId4">
              <a:alphaModFix/>
            </a:blip>
            <a:srcRect b="47015" l="48893" r="12333" t="1038"/>
            <a:stretch/>
          </p:blipFill>
          <p:spPr>
            <a:xfrm>
              <a:off x="6" y="3736089"/>
              <a:ext cx="1112000" cy="1388125"/>
            </a:xfrm>
            <a:prstGeom prst="rect">
              <a:avLst/>
            </a:prstGeom>
            <a:noFill/>
            <a:ln>
              <a:noFill/>
            </a:ln>
          </p:spPr>
        </p:pic>
        <p:pic>
          <p:nvPicPr>
            <p:cNvPr id="217" name="Google Shape;217;p58"/>
            <p:cNvPicPr preferRelativeResize="0"/>
            <p:nvPr/>
          </p:nvPicPr>
          <p:blipFill rotWithShape="1">
            <a:blip r:embed="rId5">
              <a:alphaModFix/>
            </a:blip>
            <a:srcRect b="50443" l="50093" r="0" t="0"/>
            <a:stretch/>
          </p:blipFill>
          <p:spPr>
            <a:xfrm>
              <a:off x="10" y="4700354"/>
              <a:ext cx="478925" cy="443150"/>
            </a:xfrm>
            <a:prstGeom prst="rect">
              <a:avLst/>
            </a:prstGeom>
            <a:noFill/>
            <a:ln>
              <a:noFill/>
            </a:ln>
          </p:spPr>
        </p:pic>
        <p:pic>
          <p:nvPicPr>
            <p:cNvPr id="218" name="Google Shape;218;p58"/>
            <p:cNvPicPr preferRelativeResize="0"/>
            <p:nvPr/>
          </p:nvPicPr>
          <p:blipFill rotWithShape="1">
            <a:blip r:embed="rId3">
              <a:alphaModFix/>
            </a:blip>
            <a:srcRect b="50880" l="11254" r="13011" t="0"/>
            <a:stretch/>
          </p:blipFill>
          <p:spPr>
            <a:xfrm>
              <a:off x="1931029" y="4789339"/>
              <a:ext cx="603700" cy="334875"/>
            </a:xfrm>
            <a:prstGeom prst="rect">
              <a:avLst/>
            </a:prstGeom>
            <a:noFill/>
            <a:ln>
              <a:noFill/>
            </a:ln>
          </p:spPr>
        </p:pic>
      </p:grpSp>
      <p:grpSp>
        <p:nvGrpSpPr>
          <p:cNvPr id="219" name="Google Shape;219;p58"/>
          <p:cNvGrpSpPr/>
          <p:nvPr/>
        </p:nvGrpSpPr>
        <p:grpSpPr>
          <a:xfrm rot="10800000">
            <a:off x="6609281" y="-11"/>
            <a:ext cx="2534723" cy="1407415"/>
            <a:chOff x="6" y="3736089"/>
            <a:chExt cx="2534723" cy="1407415"/>
          </a:xfrm>
        </p:grpSpPr>
        <p:pic>
          <p:nvPicPr>
            <p:cNvPr id="220" name="Google Shape;220;p58"/>
            <p:cNvPicPr preferRelativeResize="0"/>
            <p:nvPr/>
          </p:nvPicPr>
          <p:blipFill rotWithShape="1">
            <a:blip r:embed="rId3">
              <a:alphaModFix/>
            </a:blip>
            <a:srcRect b="50880" l="11254" r="13011" t="0"/>
            <a:stretch/>
          </p:blipFill>
          <p:spPr>
            <a:xfrm>
              <a:off x="716955" y="4717839"/>
              <a:ext cx="732625" cy="406375"/>
            </a:xfrm>
            <a:prstGeom prst="rect">
              <a:avLst/>
            </a:prstGeom>
            <a:noFill/>
            <a:ln>
              <a:noFill/>
            </a:ln>
          </p:spPr>
        </p:pic>
        <p:pic>
          <p:nvPicPr>
            <p:cNvPr id="221" name="Google Shape;221;p58"/>
            <p:cNvPicPr preferRelativeResize="0"/>
            <p:nvPr/>
          </p:nvPicPr>
          <p:blipFill rotWithShape="1">
            <a:blip r:embed="rId4">
              <a:alphaModFix/>
            </a:blip>
            <a:srcRect b="65415" l="0" r="5516" t="-40484"/>
            <a:stretch/>
          </p:blipFill>
          <p:spPr>
            <a:xfrm>
              <a:off x="307083" y="3742688"/>
              <a:ext cx="1865925" cy="1381525"/>
            </a:xfrm>
            <a:prstGeom prst="rect">
              <a:avLst/>
            </a:prstGeom>
            <a:noFill/>
            <a:ln>
              <a:noFill/>
            </a:ln>
          </p:spPr>
        </p:pic>
        <p:pic>
          <p:nvPicPr>
            <p:cNvPr id="222" name="Google Shape;222;p58"/>
            <p:cNvPicPr preferRelativeResize="0"/>
            <p:nvPr/>
          </p:nvPicPr>
          <p:blipFill rotWithShape="1">
            <a:blip r:embed="rId4">
              <a:alphaModFix/>
            </a:blip>
            <a:srcRect b="47015" l="48893" r="12333" t="1038"/>
            <a:stretch/>
          </p:blipFill>
          <p:spPr>
            <a:xfrm>
              <a:off x="6" y="3736089"/>
              <a:ext cx="1112000" cy="1388125"/>
            </a:xfrm>
            <a:prstGeom prst="rect">
              <a:avLst/>
            </a:prstGeom>
            <a:noFill/>
            <a:ln>
              <a:noFill/>
            </a:ln>
          </p:spPr>
        </p:pic>
        <p:pic>
          <p:nvPicPr>
            <p:cNvPr id="223" name="Google Shape;223;p58"/>
            <p:cNvPicPr preferRelativeResize="0"/>
            <p:nvPr/>
          </p:nvPicPr>
          <p:blipFill rotWithShape="1">
            <a:blip r:embed="rId5">
              <a:alphaModFix/>
            </a:blip>
            <a:srcRect b="50443" l="50093" r="0" t="0"/>
            <a:stretch/>
          </p:blipFill>
          <p:spPr>
            <a:xfrm>
              <a:off x="10" y="4700354"/>
              <a:ext cx="478925" cy="443150"/>
            </a:xfrm>
            <a:prstGeom prst="rect">
              <a:avLst/>
            </a:prstGeom>
            <a:noFill/>
            <a:ln>
              <a:noFill/>
            </a:ln>
          </p:spPr>
        </p:pic>
        <p:pic>
          <p:nvPicPr>
            <p:cNvPr id="224" name="Google Shape;224;p58"/>
            <p:cNvPicPr preferRelativeResize="0"/>
            <p:nvPr/>
          </p:nvPicPr>
          <p:blipFill rotWithShape="1">
            <a:blip r:embed="rId3">
              <a:alphaModFix/>
            </a:blip>
            <a:srcRect b="50880" l="11254" r="13011" t="0"/>
            <a:stretch/>
          </p:blipFill>
          <p:spPr>
            <a:xfrm>
              <a:off x="1931029" y="4789339"/>
              <a:ext cx="603700" cy="334875"/>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Playfair Display"/>
              <a:buNone/>
              <a:defRPr b="0" i="0" sz="3000" u="none" cap="none" strike="noStrike">
                <a:solidFill>
                  <a:schemeClr val="dk1"/>
                </a:solidFill>
                <a:latin typeface="Playfair Display"/>
                <a:ea typeface="Playfair Display"/>
                <a:cs typeface="Playfair Display"/>
                <a:sym typeface="Playfair Display"/>
              </a:defRPr>
            </a:lvl1pPr>
            <a:lvl2pPr lvl="1" marR="0" rtl="0" algn="l">
              <a:lnSpc>
                <a:spcPct val="100000"/>
              </a:lnSpc>
              <a:spcBef>
                <a:spcPts val="0"/>
              </a:spcBef>
              <a:spcAft>
                <a:spcPts val="0"/>
              </a:spcAft>
              <a:buClr>
                <a:schemeClr val="dk1"/>
              </a:buClr>
              <a:buSzPts val="3000"/>
              <a:buFont typeface="Playfair Display"/>
              <a:buNone/>
              <a:defRPr b="0" i="0" sz="3000" u="none" cap="none" strike="noStrike">
                <a:solidFill>
                  <a:schemeClr val="dk1"/>
                </a:solidFill>
                <a:latin typeface="Playfair Display"/>
                <a:ea typeface="Playfair Display"/>
                <a:cs typeface="Playfair Display"/>
                <a:sym typeface="Playfair Display"/>
              </a:defRPr>
            </a:lvl2pPr>
            <a:lvl3pPr lvl="2" marR="0" rtl="0" algn="l">
              <a:lnSpc>
                <a:spcPct val="100000"/>
              </a:lnSpc>
              <a:spcBef>
                <a:spcPts val="0"/>
              </a:spcBef>
              <a:spcAft>
                <a:spcPts val="0"/>
              </a:spcAft>
              <a:buClr>
                <a:schemeClr val="dk1"/>
              </a:buClr>
              <a:buSzPts val="3000"/>
              <a:buFont typeface="Playfair Display"/>
              <a:buNone/>
              <a:defRPr b="0" i="0" sz="3000" u="none" cap="none" strike="noStrike">
                <a:solidFill>
                  <a:schemeClr val="dk1"/>
                </a:solidFill>
                <a:latin typeface="Playfair Display"/>
                <a:ea typeface="Playfair Display"/>
                <a:cs typeface="Playfair Display"/>
                <a:sym typeface="Playfair Display"/>
              </a:defRPr>
            </a:lvl3pPr>
            <a:lvl4pPr lvl="3" marR="0" rtl="0" algn="l">
              <a:lnSpc>
                <a:spcPct val="100000"/>
              </a:lnSpc>
              <a:spcBef>
                <a:spcPts val="0"/>
              </a:spcBef>
              <a:spcAft>
                <a:spcPts val="0"/>
              </a:spcAft>
              <a:buClr>
                <a:schemeClr val="dk1"/>
              </a:buClr>
              <a:buSzPts val="3000"/>
              <a:buFont typeface="Playfair Display"/>
              <a:buNone/>
              <a:defRPr b="0" i="0" sz="3000" u="none" cap="none" strike="noStrike">
                <a:solidFill>
                  <a:schemeClr val="dk1"/>
                </a:solidFill>
                <a:latin typeface="Playfair Display"/>
                <a:ea typeface="Playfair Display"/>
                <a:cs typeface="Playfair Display"/>
                <a:sym typeface="Playfair Display"/>
              </a:defRPr>
            </a:lvl4pPr>
            <a:lvl5pPr lvl="4" marR="0" rtl="0" algn="l">
              <a:lnSpc>
                <a:spcPct val="100000"/>
              </a:lnSpc>
              <a:spcBef>
                <a:spcPts val="0"/>
              </a:spcBef>
              <a:spcAft>
                <a:spcPts val="0"/>
              </a:spcAft>
              <a:buClr>
                <a:schemeClr val="dk1"/>
              </a:buClr>
              <a:buSzPts val="3000"/>
              <a:buFont typeface="Playfair Display"/>
              <a:buNone/>
              <a:defRPr b="0" i="0" sz="3000" u="none" cap="none" strike="noStrike">
                <a:solidFill>
                  <a:schemeClr val="dk1"/>
                </a:solidFill>
                <a:latin typeface="Playfair Display"/>
                <a:ea typeface="Playfair Display"/>
                <a:cs typeface="Playfair Display"/>
                <a:sym typeface="Playfair Display"/>
              </a:defRPr>
            </a:lvl5pPr>
            <a:lvl6pPr lvl="5" marR="0" rtl="0" algn="l">
              <a:lnSpc>
                <a:spcPct val="100000"/>
              </a:lnSpc>
              <a:spcBef>
                <a:spcPts val="0"/>
              </a:spcBef>
              <a:spcAft>
                <a:spcPts val="0"/>
              </a:spcAft>
              <a:buClr>
                <a:schemeClr val="dk1"/>
              </a:buClr>
              <a:buSzPts val="3000"/>
              <a:buFont typeface="Playfair Display"/>
              <a:buNone/>
              <a:defRPr b="0" i="0" sz="3000" u="none" cap="none" strike="noStrike">
                <a:solidFill>
                  <a:schemeClr val="dk1"/>
                </a:solidFill>
                <a:latin typeface="Playfair Display"/>
                <a:ea typeface="Playfair Display"/>
                <a:cs typeface="Playfair Display"/>
                <a:sym typeface="Playfair Display"/>
              </a:defRPr>
            </a:lvl6pPr>
            <a:lvl7pPr lvl="6" marR="0" rtl="0" algn="l">
              <a:lnSpc>
                <a:spcPct val="100000"/>
              </a:lnSpc>
              <a:spcBef>
                <a:spcPts val="0"/>
              </a:spcBef>
              <a:spcAft>
                <a:spcPts val="0"/>
              </a:spcAft>
              <a:buClr>
                <a:schemeClr val="dk1"/>
              </a:buClr>
              <a:buSzPts val="3000"/>
              <a:buFont typeface="Playfair Display"/>
              <a:buNone/>
              <a:defRPr b="0" i="0" sz="3000" u="none" cap="none" strike="noStrike">
                <a:solidFill>
                  <a:schemeClr val="dk1"/>
                </a:solidFill>
                <a:latin typeface="Playfair Display"/>
                <a:ea typeface="Playfair Display"/>
                <a:cs typeface="Playfair Display"/>
                <a:sym typeface="Playfair Display"/>
              </a:defRPr>
            </a:lvl7pPr>
            <a:lvl8pPr lvl="7" marR="0" rtl="0" algn="l">
              <a:lnSpc>
                <a:spcPct val="100000"/>
              </a:lnSpc>
              <a:spcBef>
                <a:spcPts val="0"/>
              </a:spcBef>
              <a:spcAft>
                <a:spcPts val="0"/>
              </a:spcAft>
              <a:buClr>
                <a:schemeClr val="dk1"/>
              </a:buClr>
              <a:buSzPts val="3000"/>
              <a:buFont typeface="Playfair Display"/>
              <a:buNone/>
              <a:defRPr b="0" i="0" sz="3000" u="none" cap="none" strike="noStrike">
                <a:solidFill>
                  <a:schemeClr val="dk1"/>
                </a:solidFill>
                <a:latin typeface="Playfair Display"/>
                <a:ea typeface="Playfair Display"/>
                <a:cs typeface="Playfair Display"/>
                <a:sym typeface="Playfair Display"/>
              </a:defRPr>
            </a:lvl8pPr>
            <a:lvl9pPr lvl="8" marR="0" rtl="0" algn="l">
              <a:lnSpc>
                <a:spcPct val="100000"/>
              </a:lnSpc>
              <a:spcBef>
                <a:spcPts val="0"/>
              </a:spcBef>
              <a:spcAft>
                <a:spcPts val="0"/>
              </a:spcAft>
              <a:buClr>
                <a:schemeClr val="dk1"/>
              </a:buClr>
              <a:buSzPts val="3000"/>
              <a:buFont typeface="Playfair Display"/>
              <a:buNone/>
              <a:defRPr b="0" i="0" sz="3000" u="none" cap="none" strike="noStrike">
                <a:solidFill>
                  <a:schemeClr val="dk1"/>
                </a:solidFill>
                <a:latin typeface="Playfair Display"/>
                <a:ea typeface="Playfair Display"/>
                <a:cs typeface="Playfair Display"/>
                <a:sym typeface="Playfair Display"/>
              </a:defRPr>
            </a:lvl9pPr>
          </a:lstStyle>
          <a:p/>
        </p:txBody>
      </p:sp>
      <p:sp>
        <p:nvSpPr>
          <p:cNvPr id="7" name="Google Shape;7;p3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Atkinson Hyperlegible"/>
              <a:buChar char="●"/>
              <a:defRPr b="0" i="0" sz="1200" u="none" cap="none" strike="noStrike">
                <a:solidFill>
                  <a:schemeClr val="dk1"/>
                </a:solidFill>
                <a:latin typeface="Atkinson Hyperlegible"/>
                <a:ea typeface="Atkinson Hyperlegible"/>
                <a:cs typeface="Atkinson Hyperlegible"/>
                <a:sym typeface="Atkinson Hyperlegible"/>
              </a:defRPr>
            </a:lvl1pPr>
            <a:lvl2pPr indent="-304800" lvl="1" marL="914400" marR="0" rtl="0" algn="l">
              <a:lnSpc>
                <a:spcPct val="100000"/>
              </a:lnSpc>
              <a:spcBef>
                <a:spcPts val="1600"/>
              </a:spcBef>
              <a:spcAft>
                <a:spcPts val="0"/>
              </a:spcAft>
              <a:buClr>
                <a:schemeClr val="dk1"/>
              </a:buClr>
              <a:buSzPts val="1200"/>
              <a:buFont typeface="Atkinson Hyperlegible"/>
              <a:buChar char="○"/>
              <a:defRPr b="0" i="0" sz="1200" u="none" cap="none" strike="noStrike">
                <a:solidFill>
                  <a:schemeClr val="dk1"/>
                </a:solidFill>
                <a:latin typeface="Atkinson Hyperlegible"/>
                <a:ea typeface="Atkinson Hyperlegible"/>
                <a:cs typeface="Atkinson Hyperlegible"/>
                <a:sym typeface="Atkinson Hyperlegible"/>
              </a:defRPr>
            </a:lvl2pPr>
            <a:lvl3pPr indent="-304800" lvl="2" marL="1371600" marR="0" rtl="0" algn="l">
              <a:lnSpc>
                <a:spcPct val="100000"/>
              </a:lnSpc>
              <a:spcBef>
                <a:spcPts val="1600"/>
              </a:spcBef>
              <a:spcAft>
                <a:spcPts val="0"/>
              </a:spcAft>
              <a:buClr>
                <a:schemeClr val="dk1"/>
              </a:buClr>
              <a:buSzPts val="1200"/>
              <a:buFont typeface="Atkinson Hyperlegible"/>
              <a:buChar char="■"/>
              <a:defRPr b="0" i="0" sz="1200" u="none" cap="none" strike="noStrike">
                <a:solidFill>
                  <a:schemeClr val="dk1"/>
                </a:solidFill>
                <a:latin typeface="Atkinson Hyperlegible"/>
                <a:ea typeface="Atkinson Hyperlegible"/>
                <a:cs typeface="Atkinson Hyperlegible"/>
                <a:sym typeface="Atkinson Hyperlegible"/>
              </a:defRPr>
            </a:lvl3pPr>
            <a:lvl4pPr indent="-304800" lvl="3" marL="1828800" marR="0" rtl="0" algn="l">
              <a:lnSpc>
                <a:spcPct val="100000"/>
              </a:lnSpc>
              <a:spcBef>
                <a:spcPts val="1600"/>
              </a:spcBef>
              <a:spcAft>
                <a:spcPts val="0"/>
              </a:spcAft>
              <a:buClr>
                <a:schemeClr val="dk1"/>
              </a:buClr>
              <a:buSzPts val="1200"/>
              <a:buFont typeface="Atkinson Hyperlegible"/>
              <a:buChar char="●"/>
              <a:defRPr b="0" i="0" sz="1200" u="none" cap="none" strike="noStrike">
                <a:solidFill>
                  <a:schemeClr val="dk1"/>
                </a:solidFill>
                <a:latin typeface="Atkinson Hyperlegible"/>
                <a:ea typeface="Atkinson Hyperlegible"/>
                <a:cs typeface="Atkinson Hyperlegible"/>
                <a:sym typeface="Atkinson Hyperlegible"/>
              </a:defRPr>
            </a:lvl4pPr>
            <a:lvl5pPr indent="-304800" lvl="4" marL="2286000" marR="0" rtl="0" algn="l">
              <a:lnSpc>
                <a:spcPct val="100000"/>
              </a:lnSpc>
              <a:spcBef>
                <a:spcPts val="1600"/>
              </a:spcBef>
              <a:spcAft>
                <a:spcPts val="0"/>
              </a:spcAft>
              <a:buClr>
                <a:schemeClr val="dk1"/>
              </a:buClr>
              <a:buSzPts val="1200"/>
              <a:buFont typeface="Atkinson Hyperlegible"/>
              <a:buChar char="○"/>
              <a:defRPr b="0" i="0" sz="1200" u="none" cap="none" strike="noStrike">
                <a:solidFill>
                  <a:schemeClr val="dk1"/>
                </a:solidFill>
                <a:latin typeface="Atkinson Hyperlegible"/>
                <a:ea typeface="Atkinson Hyperlegible"/>
                <a:cs typeface="Atkinson Hyperlegible"/>
                <a:sym typeface="Atkinson Hyperlegible"/>
              </a:defRPr>
            </a:lvl5pPr>
            <a:lvl6pPr indent="-304800" lvl="5" marL="2743200" marR="0" rtl="0" algn="l">
              <a:lnSpc>
                <a:spcPct val="100000"/>
              </a:lnSpc>
              <a:spcBef>
                <a:spcPts val="1600"/>
              </a:spcBef>
              <a:spcAft>
                <a:spcPts val="0"/>
              </a:spcAft>
              <a:buClr>
                <a:schemeClr val="dk1"/>
              </a:buClr>
              <a:buSzPts val="1200"/>
              <a:buFont typeface="Atkinson Hyperlegible"/>
              <a:buChar char="■"/>
              <a:defRPr b="0" i="0" sz="1200" u="none" cap="none" strike="noStrike">
                <a:solidFill>
                  <a:schemeClr val="dk1"/>
                </a:solidFill>
                <a:latin typeface="Atkinson Hyperlegible"/>
                <a:ea typeface="Atkinson Hyperlegible"/>
                <a:cs typeface="Atkinson Hyperlegible"/>
                <a:sym typeface="Atkinson Hyperlegible"/>
              </a:defRPr>
            </a:lvl6pPr>
            <a:lvl7pPr indent="-304800" lvl="6" marL="3200400" marR="0" rtl="0" algn="l">
              <a:lnSpc>
                <a:spcPct val="100000"/>
              </a:lnSpc>
              <a:spcBef>
                <a:spcPts val="1600"/>
              </a:spcBef>
              <a:spcAft>
                <a:spcPts val="0"/>
              </a:spcAft>
              <a:buClr>
                <a:schemeClr val="dk1"/>
              </a:buClr>
              <a:buSzPts val="1200"/>
              <a:buFont typeface="Atkinson Hyperlegible"/>
              <a:buChar char="●"/>
              <a:defRPr b="0" i="0" sz="1200" u="none" cap="none" strike="noStrike">
                <a:solidFill>
                  <a:schemeClr val="dk1"/>
                </a:solidFill>
                <a:latin typeface="Atkinson Hyperlegible"/>
                <a:ea typeface="Atkinson Hyperlegible"/>
                <a:cs typeface="Atkinson Hyperlegible"/>
                <a:sym typeface="Atkinson Hyperlegible"/>
              </a:defRPr>
            </a:lvl7pPr>
            <a:lvl8pPr indent="-304800" lvl="7" marL="3657600" marR="0" rtl="0" algn="l">
              <a:lnSpc>
                <a:spcPct val="100000"/>
              </a:lnSpc>
              <a:spcBef>
                <a:spcPts val="1600"/>
              </a:spcBef>
              <a:spcAft>
                <a:spcPts val="0"/>
              </a:spcAft>
              <a:buClr>
                <a:schemeClr val="dk1"/>
              </a:buClr>
              <a:buSzPts val="1200"/>
              <a:buFont typeface="Atkinson Hyperlegible"/>
              <a:buChar char="○"/>
              <a:defRPr b="0" i="0" sz="1200" u="none" cap="none" strike="noStrike">
                <a:solidFill>
                  <a:schemeClr val="dk1"/>
                </a:solidFill>
                <a:latin typeface="Atkinson Hyperlegible"/>
                <a:ea typeface="Atkinson Hyperlegible"/>
                <a:cs typeface="Atkinson Hyperlegible"/>
                <a:sym typeface="Atkinson Hyperlegible"/>
              </a:defRPr>
            </a:lvl8pPr>
            <a:lvl9pPr indent="-304800" lvl="8" marL="4114800" marR="0" rtl="0" algn="l">
              <a:lnSpc>
                <a:spcPct val="100000"/>
              </a:lnSpc>
              <a:spcBef>
                <a:spcPts val="1600"/>
              </a:spcBef>
              <a:spcAft>
                <a:spcPts val="1600"/>
              </a:spcAft>
              <a:buClr>
                <a:schemeClr val="dk1"/>
              </a:buClr>
              <a:buSzPts val="1200"/>
              <a:buFont typeface="Atkinson Hyperlegible"/>
              <a:buChar char="■"/>
              <a:defRPr b="0" i="0" sz="1200" u="none" cap="none" strike="noStrike">
                <a:solidFill>
                  <a:schemeClr val="dk1"/>
                </a:solidFill>
                <a:latin typeface="Atkinson Hyperlegible"/>
                <a:ea typeface="Atkinson Hyperlegible"/>
                <a:cs typeface="Atkinson Hyperlegible"/>
                <a:sym typeface="Atkinson Hyperlegible"/>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
          <p:cNvSpPr txBox="1"/>
          <p:nvPr>
            <p:ph type="ctrTitle"/>
          </p:nvPr>
        </p:nvSpPr>
        <p:spPr>
          <a:xfrm>
            <a:off x="1659337" y="1144300"/>
            <a:ext cx="6939494" cy="22317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5200"/>
              <a:buNone/>
            </a:pPr>
            <a:r>
              <a:rPr lang="en">
                <a:latin typeface="Playfair Display"/>
                <a:ea typeface="Playfair Display"/>
                <a:cs typeface="Playfair Display"/>
                <a:sym typeface="Playfair Display"/>
              </a:rPr>
              <a:t>ROAD TRAFFIC MANAGEMENT</a:t>
            </a:r>
            <a:endParaRPr>
              <a:latin typeface="Yeseva One"/>
              <a:ea typeface="Yeseva One"/>
              <a:cs typeface="Yeseva One"/>
              <a:sym typeface="Yeseva One"/>
            </a:endParaRPr>
          </a:p>
        </p:txBody>
      </p:sp>
      <p:sp>
        <p:nvSpPr>
          <p:cNvPr id="230" name="Google Shape;230;p1"/>
          <p:cNvSpPr txBox="1"/>
          <p:nvPr>
            <p:ph idx="1" type="subTitle"/>
          </p:nvPr>
        </p:nvSpPr>
        <p:spPr>
          <a:xfrm>
            <a:off x="4201279" y="3301991"/>
            <a:ext cx="4731600" cy="1509300"/>
          </a:xfrm>
          <a:prstGeom prst="rect">
            <a:avLst/>
          </a:prstGeom>
          <a:noFill/>
          <a:ln>
            <a:noFill/>
          </a:ln>
        </p:spPr>
        <p:txBody>
          <a:bodyPr anchorCtr="0" anchor="t" bIns="91425" lIns="91425" spcFirstLastPara="1" rIns="91425" wrap="square" tIns="91425">
            <a:noAutofit/>
          </a:bodyPr>
          <a:lstStyle/>
          <a:p>
            <a:pPr indent="-304800" lvl="0" marL="2249996" rtl="0" algn="l">
              <a:lnSpc>
                <a:spcPct val="100000"/>
              </a:lnSpc>
              <a:spcBef>
                <a:spcPts val="0"/>
              </a:spcBef>
              <a:spcAft>
                <a:spcPts val="0"/>
              </a:spcAft>
              <a:buSzPts val="1200"/>
              <a:buNone/>
            </a:pPr>
            <a:r>
              <a:rPr b="0" i="0" lang="en" sz="1800" u="none" strike="noStrike">
                <a:solidFill>
                  <a:srgbClr val="000000"/>
                </a:solidFill>
                <a:latin typeface="Calibri"/>
                <a:ea typeface="Calibri"/>
                <a:cs typeface="Calibri"/>
                <a:sym typeface="Calibri"/>
              </a:rPr>
              <a:t>Ignasi Cervero Corbella</a:t>
            </a:r>
            <a:endParaRPr b="0" i="0" u="none" strike="noStrike">
              <a:solidFill>
                <a:srgbClr val="000000"/>
              </a:solidFill>
              <a:latin typeface="Calibri"/>
              <a:ea typeface="Calibri"/>
              <a:cs typeface="Calibri"/>
              <a:sym typeface="Calibri"/>
            </a:endParaRPr>
          </a:p>
          <a:p>
            <a:pPr indent="-304800" lvl="0" marL="2249996" rtl="0" algn="l">
              <a:lnSpc>
                <a:spcPct val="100000"/>
              </a:lnSpc>
              <a:spcBef>
                <a:spcPts val="0"/>
              </a:spcBef>
              <a:spcAft>
                <a:spcPts val="0"/>
              </a:spcAft>
              <a:buSzPts val="1200"/>
              <a:buNone/>
            </a:pPr>
            <a:r>
              <a:rPr b="0" i="0" lang="en" sz="1800" u="none" strike="noStrike">
                <a:solidFill>
                  <a:srgbClr val="000000"/>
                </a:solidFill>
                <a:latin typeface="Calibri"/>
                <a:ea typeface="Calibri"/>
                <a:cs typeface="Calibri"/>
                <a:sym typeface="Calibri"/>
              </a:rPr>
              <a:t>Iker Jansà Estavillo</a:t>
            </a:r>
            <a:endParaRPr b="0" i="0" u="none" strike="noStrike">
              <a:solidFill>
                <a:srgbClr val="000000"/>
              </a:solidFill>
              <a:latin typeface="Calibri"/>
              <a:ea typeface="Calibri"/>
              <a:cs typeface="Calibri"/>
              <a:sym typeface="Calibri"/>
            </a:endParaRPr>
          </a:p>
          <a:p>
            <a:pPr indent="-304800" lvl="0" marL="2249996" rtl="0" algn="l">
              <a:lnSpc>
                <a:spcPct val="100000"/>
              </a:lnSpc>
              <a:spcBef>
                <a:spcPts val="0"/>
              </a:spcBef>
              <a:spcAft>
                <a:spcPts val="0"/>
              </a:spcAft>
              <a:buSzPts val="1200"/>
              <a:buNone/>
            </a:pPr>
            <a:r>
              <a:rPr b="0" i="0" lang="en" sz="1800" u="none" strike="noStrike">
                <a:solidFill>
                  <a:srgbClr val="000000"/>
                </a:solidFill>
                <a:latin typeface="Calibri"/>
                <a:ea typeface="Calibri"/>
                <a:cs typeface="Calibri"/>
                <a:sym typeface="Calibri"/>
              </a:rPr>
              <a:t>Andreja Andrejić</a:t>
            </a:r>
            <a:endParaRPr b="0" i="0" u="none" strike="noStrike">
              <a:solidFill>
                <a:srgbClr val="000000"/>
              </a:solidFill>
              <a:latin typeface="Calibri"/>
              <a:ea typeface="Calibri"/>
              <a:cs typeface="Calibri"/>
              <a:sym typeface="Calibri"/>
            </a:endParaRPr>
          </a:p>
          <a:p>
            <a:pPr indent="-304800" lvl="0" marL="2249996" rtl="0" algn="l">
              <a:lnSpc>
                <a:spcPct val="100000"/>
              </a:lnSpc>
              <a:spcBef>
                <a:spcPts val="0"/>
              </a:spcBef>
              <a:spcAft>
                <a:spcPts val="0"/>
              </a:spcAft>
              <a:buSzPts val="1200"/>
              <a:buNone/>
            </a:pPr>
            <a:r>
              <a:rPr b="0" i="0" lang="en" sz="1800" u="none" strike="noStrike">
                <a:solidFill>
                  <a:srgbClr val="000000"/>
                </a:solidFill>
                <a:latin typeface="Calibri"/>
                <a:ea typeface="Calibri"/>
                <a:cs typeface="Calibri"/>
                <a:sym typeface="Calibri"/>
              </a:rPr>
              <a:t>Pol Arévalo Soler</a:t>
            </a:r>
            <a:endParaRPr b="0" i="0" u="none" strike="noStrike">
              <a:solidFill>
                <a:srgbClr val="000000"/>
              </a:solidFill>
              <a:latin typeface="Calibri"/>
              <a:ea typeface="Calibri"/>
              <a:cs typeface="Calibri"/>
              <a:sym typeface="Calibri"/>
            </a:endParaRPr>
          </a:p>
          <a:p>
            <a:pPr indent="-304800" lvl="0" marL="2249996" rtl="0" algn="l">
              <a:lnSpc>
                <a:spcPct val="100000"/>
              </a:lnSpc>
              <a:spcBef>
                <a:spcPts val="0"/>
              </a:spcBef>
              <a:spcAft>
                <a:spcPts val="0"/>
              </a:spcAft>
              <a:buSzPts val="1200"/>
              <a:buNone/>
            </a:pPr>
            <a:r>
              <a:rPr b="0" i="0" lang="en" sz="1800" u="none" strike="noStrike">
                <a:solidFill>
                  <a:srgbClr val="000000"/>
                </a:solidFill>
                <a:latin typeface="Calibri"/>
                <a:ea typeface="Calibri"/>
                <a:cs typeface="Calibri"/>
                <a:sym typeface="Calibri"/>
              </a:rPr>
              <a:t>Ákos Schneider</a:t>
            </a:r>
            <a:endParaRPr b="0" i="0" u="none" strike="noStrike">
              <a:solidFill>
                <a:srgbClr val="000000"/>
              </a:solidFill>
              <a:latin typeface="Calibri"/>
              <a:ea typeface="Calibri"/>
              <a:cs typeface="Calibri"/>
              <a:sym typeface="Calibri"/>
            </a:endParaRPr>
          </a:p>
          <a:p>
            <a:pPr indent="-304800" lvl="0" marL="457200" rtl="0" algn="l">
              <a:lnSpc>
                <a:spcPct val="100000"/>
              </a:lnSpc>
              <a:spcBef>
                <a:spcPts val="0"/>
              </a:spcBef>
              <a:spcAft>
                <a:spcPts val="0"/>
              </a:spcAft>
              <a:buSzPts val="1200"/>
              <a:buNone/>
            </a:pPr>
            <a:br>
              <a:rPr lang="en"/>
            </a:br>
            <a:br>
              <a:rPr lang="en"/>
            </a:br>
            <a:endParaRPr/>
          </a:p>
        </p:txBody>
      </p:sp>
      <p:grpSp>
        <p:nvGrpSpPr>
          <p:cNvPr id="231" name="Google Shape;231;p1"/>
          <p:cNvGrpSpPr/>
          <p:nvPr/>
        </p:nvGrpSpPr>
        <p:grpSpPr>
          <a:xfrm>
            <a:off x="-22735" y="-1"/>
            <a:ext cx="3364110" cy="5187250"/>
            <a:chOff x="-22735" y="0"/>
            <a:chExt cx="3364110" cy="5187250"/>
          </a:xfrm>
        </p:grpSpPr>
        <p:pic>
          <p:nvPicPr>
            <p:cNvPr id="232" name="Google Shape;232;p1"/>
            <p:cNvPicPr preferRelativeResize="0"/>
            <p:nvPr/>
          </p:nvPicPr>
          <p:blipFill rotWithShape="1">
            <a:blip r:embed="rId3">
              <a:alphaModFix/>
            </a:blip>
            <a:srcRect b="30034" l="5517" r="0" t="-5104"/>
            <a:stretch/>
          </p:blipFill>
          <p:spPr>
            <a:xfrm rot="5400000">
              <a:off x="-539655" y="1113340"/>
              <a:ext cx="3981888" cy="2948008"/>
            </a:xfrm>
            <a:prstGeom prst="rect">
              <a:avLst/>
            </a:prstGeom>
            <a:noFill/>
            <a:ln>
              <a:noFill/>
            </a:ln>
          </p:spPr>
        </p:pic>
        <p:pic>
          <p:nvPicPr>
            <p:cNvPr id="233" name="Google Shape;233;p1"/>
            <p:cNvPicPr preferRelativeResize="0"/>
            <p:nvPr/>
          </p:nvPicPr>
          <p:blipFill rotWithShape="1">
            <a:blip r:embed="rId4">
              <a:alphaModFix/>
            </a:blip>
            <a:srcRect b="50880" l="11254" r="13011" t="0"/>
            <a:stretch/>
          </p:blipFill>
          <p:spPr>
            <a:xfrm rot="5400000">
              <a:off x="-600537" y="1202811"/>
              <a:ext cx="2723513" cy="1510690"/>
            </a:xfrm>
            <a:prstGeom prst="rect">
              <a:avLst/>
            </a:prstGeom>
            <a:noFill/>
            <a:ln>
              <a:noFill/>
            </a:ln>
          </p:spPr>
        </p:pic>
        <p:pic>
          <p:nvPicPr>
            <p:cNvPr id="234" name="Google Shape;234;p1"/>
            <p:cNvPicPr preferRelativeResize="0"/>
            <p:nvPr/>
          </p:nvPicPr>
          <p:blipFill rotWithShape="1">
            <a:blip r:embed="rId3">
              <a:alphaModFix/>
            </a:blip>
            <a:srcRect b="50813" l="0" r="0" t="4102"/>
            <a:stretch/>
          </p:blipFill>
          <p:spPr>
            <a:xfrm rot="5400000">
              <a:off x="-1036776" y="2590637"/>
              <a:ext cx="3595978" cy="1510690"/>
            </a:xfrm>
            <a:prstGeom prst="rect">
              <a:avLst/>
            </a:prstGeom>
            <a:noFill/>
            <a:ln>
              <a:noFill/>
            </a:ln>
          </p:spPr>
        </p:pic>
        <p:pic>
          <p:nvPicPr>
            <p:cNvPr id="235" name="Google Shape;235;p1"/>
            <p:cNvPicPr preferRelativeResize="0"/>
            <p:nvPr/>
          </p:nvPicPr>
          <p:blipFill rotWithShape="1">
            <a:blip r:embed="rId3">
              <a:alphaModFix/>
            </a:blip>
            <a:srcRect b="30034" l="5516" r="37550" t="-5104"/>
            <a:stretch/>
          </p:blipFill>
          <p:spPr>
            <a:xfrm rot="5400000">
              <a:off x="251575" y="2465300"/>
              <a:ext cx="2399450" cy="2948000"/>
            </a:xfrm>
            <a:prstGeom prst="rect">
              <a:avLst/>
            </a:prstGeom>
            <a:noFill/>
            <a:ln>
              <a:noFill/>
            </a:ln>
          </p:spPr>
        </p:pic>
        <p:grpSp>
          <p:nvGrpSpPr>
            <p:cNvPr id="236" name="Google Shape;236;p1"/>
            <p:cNvGrpSpPr/>
            <p:nvPr/>
          </p:nvGrpSpPr>
          <p:grpSpPr>
            <a:xfrm rot="-5400000">
              <a:off x="-599782" y="2439476"/>
              <a:ext cx="3281550" cy="2127456"/>
              <a:chOff x="-8" y="0"/>
              <a:chExt cx="3281550" cy="2127456"/>
            </a:xfrm>
          </p:grpSpPr>
          <p:pic>
            <p:nvPicPr>
              <p:cNvPr id="237" name="Google Shape;237;p1"/>
              <p:cNvPicPr preferRelativeResize="0"/>
              <p:nvPr/>
            </p:nvPicPr>
            <p:blipFill rotWithShape="1">
              <a:blip r:embed="rId3">
                <a:alphaModFix/>
              </a:blip>
              <a:srcRect b="30034" l="5517" r="0" t="-5104"/>
              <a:stretch/>
            </p:blipFill>
            <p:spPr>
              <a:xfrm rot="10800000">
                <a:off x="408192" y="0"/>
                <a:ext cx="2873350" cy="2127450"/>
              </a:xfrm>
              <a:prstGeom prst="rect">
                <a:avLst/>
              </a:prstGeom>
              <a:noFill/>
              <a:ln>
                <a:noFill/>
              </a:ln>
            </p:spPr>
          </p:pic>
          <p:pic>
            <p:nvPicPr>
              <p:cNvPr id="238" name="Google Shape;238;p1"/>
              <p:cNvPicPr preferRelativeResize="0"/>
              <p:nvPr/>
            </p:nvPicPr>
            <p:blipFill rotWithShape="1">
              <a:blip r:embed="rId4">
                <a:alphaModFix/>
              </a:blip>
              <a:srcRect b="50880" l="11254" r="13011" t="0"/>
              <a:stretch/>
            </p:blipFill>
            <p:spPr>
              <a:xfrm rot="10800000">
                <a:off x="1316242" y="20631"/>
                <a:ext cx="1965300" cy="1090200"/>
              </a:xfrm>
              <a:prstGeom prst="rect">
                <a:avLst/>
              </a:prstGeom>
              <a:noFill/>
              <a:ln>
                <a:noFill/>
              </a:ln>
            </p:spPr>
          </p:pic>
          <p:pic>
            <p:nvPicPr>
              <p:cNvPr id="239" name="Google Shape;239;p1"/>
              <p:cNvPicPr preferRelativeResize="0"/>
              <p:nvPr/>
            </p:nvPicPr>
            <p:blipFill rotWithShape="1">
              <a:blip r:embed="rId3">
                <a:alphaModFix/>
              </a:blip>
              <a:srcRect b="50813" l="0" r="0" t="4102"/>
              <a:stretch/>
            </p:blipFill>
            <p:spPr>
              <a:xfrm rot="10800000">
                <a:off x="-8" y="20626"/>
                <a:ext cx="2594875" cy="1090200"/>
              </a:xfrm>
              <a:prstGeom prst="rect">
                <a:avLst/>
              </a:prstGeom>
              <a:noFill/>
              <a:ln>
                <a:noFill/>
              </a:ln>
            </p:spPr>
          </p:pic>
          <p:pic>
            <p:nvPicPr>
              <p:cNvPr id="240" name="Google Shape;240;p1"/>
              <p:cNvPicPr preferRelativeResize="0"/>
              <p:nvPr/>
            </p:nvPicPr>
            <p:blipFill rotWithShape="1">
              <a:blip r:embed="rId3">
                <a:alphaModFix/>
              </a:blip>
              <a:srcRect b="30034" l="5518" r="50851" t="-5104"/>
              <a:stretch/>
            </p:blipFill>
            <p:spPr>
              <a:xfrm rot="10800000">
                <a:off x="408192" y="6"/>
                <a:ext cx="1326825" cy="2127450"/>
              </a:xfrm>
              <a:prstGeom prst="rect">
                <a:avLst/>
              </a:prstGeom>
              <a:noFill/>
              <a:ln>
                <a:noFill/>
              </a:ln>
            </p:spPr>
          </p:pic>
          <p:pic>
            <p:nvPicPr>
              <p:cNvPr id="241" name="Google Shape;241;p1"/>
              <p:cNvPicPr preferRelativeResize="0"/>
              <p:nvPr/>
            </p:nvPicPr>
            <p:blipFill rotWithShape="1">
              <a:blip r:embed="rId5">
                <a:alphaModFix/>
              </a:blip>
              <a:srcRect b="50443" l="0" r="0" t="0"/>
              <a:stretch/>
            </p:blipFill>
            <p:spPr>
              <a:xfrm rot="10800000">
                <a:off x="5" y="6"/>
                <a:ext cx="1651475" cy="762675"/>
              </a:xfrm>
              <a:prstGeom prst="rect">
                <a:avLst/>
              </a:prstGeom>
              <a:noFill/>
              <a:ln>
                <a:noFill/>
              </a:ln>
            </p:spPr>
          </p:pic>
          <p:pic>
            <p:nvPicPr>
              <p:cNvPr id="242" name="Google Shape;242;p1"/>
              <p:cNvPicPr preferRelativeResize="0"/>
              <p:nvPr/>
            </p:nvPicPr>
            <p:blipFill rotWithShape="1">
              <a:blip r:embed="rId5">
                <a:alphaModFix/>
              </a:blip>
              <a:srcRect b="50443" l="0" r="0" t="0"/>
              <a:stretch/>
            </p:blipFill>
            <p:spPr>
              <a:xfrm rot="10800000">
                <a:off x="5" y="682393"/>
                <a:ext cx="1651475" cy="762675"/>
              </a:xfrm>
              <a:prstGeom prst="rect">
                <a:avLst/>
              </a:prstGeom>
              <a:noFill/>
              <a:ln>
                <a:noFill/>
              </a:ln>
            </p:spPr>
          </p:pic>
        </p:grpSp>
        <p:pic>
          <p:nvPicPr>
            <p:cNvPr id="243" name="Google Shape;243;p1"/>
            <p:cNvPicPr preferRelativeResize="0"/>
            <p:nvPr/>
          </p:nvPicPr>
          <p:blipFill rotWithShape="1">
            <a:blip r:embed="rId3">
              <a:alphaModFix/>
            </a:blip>
            <a:srcRect b="47015" l="35435" r="-10067" t="1038"/>
            <a:stretch/>
          </p:blipFill>
          <p:spPr>
            <a:xfrm rot="5400000">
              <a:off x="-934288" y="911587"/>
              <a:ext cx="5187250" cy="3364075"/>
            </a:xfrm>
            <a:prstGeom prst="rect">
              <a:avLst/>
            </a:prstGeom>
            <a:noFill/>
            <a:ln>
              <a:noFill/>
            </a:ln>
          </p:spPr>
        </p:pic>
        <p:pic>
          <p:nvPicPr>
            <p:cNvPr id="244" name="Google Shape;244;p1"/>
            <p:cNvPicPr preferRelativeResize="0"/>
            <p:nvPr/>
          </p:nvPicPr>
          <p:blipFill rotWithShape="1">
            <a:blip r:embed="rId5">
              <a:alphaModFix/>
            </a:blip>
            <a:srcRect b="50443" l="0" r="0" t="0"/>
            <a:stretch/>
          </p:blipFill>
          <p:spPr>
            <a:xfrm rot="5400000">
              <a:off x="-280950" y="996475"/>
              <a:ext cx="959650" cy="443150"/>
            </a:xfrm>
            <a:prstGeom prst="rect">
              <a:avLst/>
            </a:prstGeom>
            <a:noFill/>
            <a:ln>
              <a:noFill/>
            </a:ln>
          </p:spPr>
        </p:pic>
        <p:pic>
          <p:nvPicPr>
            <p:cNvPr id="245" name="Google Shape;245;p1"/>
            <p:cNvPicPr preferRelativeResize="0"/>
            <p:nvPr/>
          </p:nvPicPr>
          <p:blipFill rotWithShape="1">
            <a:blip r:embed="rId5">
              <a:alphaModFix/>
            </a:blip>
            <a:srcRect b="50443" l="0" r="0" t="0"/>
            <a:stretch/>
          </p:blipFill>
          <p:spPr>
            <a:xfrm rot="5400000">
              <a:off x="-638593" y="2163864"/>
              <a:ext cx="2288614" cy="1056839"/>
            </a:xfrm>
            <a:prstGeom prst="rect">
              <a:avLst/>
            </a:prstGeom>
            <a:noFill/>
            <a:ln>
              <a:noFill/>
            </a:ln>
          </p:spPr>
        </p:pic>
        <p:pic>
          <p:nvPicPr>
            <p:cNvPr id="246" name="Google Shape;246;p1"/>
            <p:cNvPicPr preferRelativeResize="0"/>
            <p:nvPr/>
          </p:nvPicPr>
          <p:blipFill rotWithShape="1">
            <a:blip r:embed="rId4">
              <a:alphaModFix/>
            </a:blip>
            <a:srcRect b="50880" l="11254" r="13011" t="0"/>
            <a:stretch/>
          </p:blipFill>
          <p:spPr>
            <a:xfrm rot="5400000">
              <a:off x="-381573" y="3081635"/>
              <a:ext cx="1611750" cy="89407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TABLE OF CONTENTS</a:t>
            </a:r>
            <a:endParaRPr/>
          </a:p>
        </p:txBody>
      </p:sp>
      <p:sp>
        <p:nvSpPr>
          <p:cNvPr id="252" name="Google Shape;252;p2"/>
          <p:cNvSpPr txBox="1"/>
          <p:nvPr>
            <p:ph idx="2" type="title"/>
          </p:nvPr>
        </p:nvSpPr>
        <p:spPr>
          <a:xfrm>
            <a:off x="1998700" y="1560038"/>
            <a:ext cx="734700" cy="630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01</a:t>
            </a:r>
            <a:endParaRPr/>
          </a:p>
        </p:txBody>
      </p:sp>
      <p:sp>
        <p:nvSpPr>
          <p:cNvPr id="253" name="Google Shape;253;p2"/>
          <p:cNvSpPr txBox="1"/>
          <p:nvPr>
            <p:ph idx="3" type="title"/>
          </p:nvPr>
        </p:nvSpPr>
        <p:spPr>
          <a:xfrm>
            <a:off x="6172500" y="3236316"/>
            <a:ext cx="734700" cy="630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04</a:t>
            </a:r>
            <a:endParaRPr/>
          </a:p>
        </p:txBody>
      </p:sp>
      <p:sp>
        <p:nvSpPr>
          <p:cNvPr id="254" name="Google Shape;254;p2"/>
          <p:cNvSpPr txBox="1"/>
          <p:nvPr>
            <p:ph idx="4" type="title"/>
          </p:nvPr>
        </p:nvSpPr>
        <p:spPr>
          <a:xfrm>
            <a:off x="6172525" y="1560058"/>
            <a:ext cx="734700" cy="630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02</a:t>
            </a:r>
            <a:endParaRPr/>
          </a:p>
        </p:txBody>
      </p:sp>
      <p:sp>
        <p:nvSpPr>
          <p:cNvPr id="255" name="Google Shape;255;p2"/>
          <p:cNvSpPr txBox="1"/>
          <p:nvPr>
            <p:ph idx="6" type="title"/>
          </p:nvPr>
        </p:nvSpPr>
        <p:spPr>
          <a:xfrm>
            <a:off x="1998650" y="3236333"/>
            <a:ext cx="734700" cy="630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03</a:t>
            </a:r>
            <a:endParaRPr/>
          </a:p>
        </p:txBody>
      </p:sp>
      <p:sp>
        <p:nvSpPr>
          <p:cNvPr id="256" name="Google Shape;256;p2"/>
          <p:cNvSpPr txBox="1"/>
          <p:nvPr>
            <p:ph idx="1" type="subTitle"/>
          </p:nvPr>
        </p:nvSpPr>
        <p:spPr>
          <a:xfrm>
            <a:off x="1213250" y="2303988"/>
            <a:ext cx="2305500" cy="484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Project Motivation</a:t>
            </a:r>
            <a:endParaRPr/>
          </a:p>
        </p:txBody>
      </p:sp>
      <p:sp>
        <p:nvSpPr>
          <p:cNvPr id="257" name="Google Shape;257;p2"/>
          <p:cNvSpPr txBox="1"/>
          <p:nvPr>
            <p:ph idx="8" type="subTitle"/>
          </p:nvPr>
        </p:nvSpPr>
        <p:spPr>
          <a:xfrm>
            <a:off x="5387100" y="2396887"/>
            <a:ext cx="2305500" cy="57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Understanding the Process</a:t>
            </a:r>
            <a:endParaRPr/>
          </a:p>
        </p:txBody>
      </p:sp>
      <p:sp>
        <p:nvSpPr>
          <p:cNvPr id="258" name="Google Shape;258;p2"/>
          <p:cNvSpPr txBox="1"/>
          <p:nvPr>
            <p:ph idx="9" type="subTitle"/>
          </p:nvPr>
        </p:nvSpPr>
        <p:spPr>
          <a:xfrm>
            <a:off x="1213250" y="3988725"/>
            <a:ext cx="2305500" cy="484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Insights</a:t>
            </a:r>
            <a:endParaRPr/>
          </a:p>
        </p:txBody>
      </p:sp>
      <p:sp>
        <p:nvSpPr>
          <p:cNvPr id="259" name="Google Shape;259;p2"/>
          <p:cNvSpPr txBox="1"/>
          <p:nvPr>
            <p:ph idx="13" type="subTitle"/>
          </p:nvPr>
        </p:nvSpPr>
        <p:spPr>
          <a:xfrm>
            <a:off x="5387100" y="3988725"/>
            <a:ext cx="2427000" cy="484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Recommendations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grpSp>
        <p:nvGrpSpPr>
          <p:cNvPr id="264" name="Google Shape;264;p3"/>
          <p:cNvGrpSpPr/>
          <p:nvPr/>
        </p:nvGrpSpPr>
        <p:grpSpPr>
          <a:xfrm>
            <a:off x="3223437" y="2"/>
            <a:ext cx="2366780" cy="5143554"/>
            <a:chOff x="-22726" y="0"/>
            <a:chExt cx="2370810" cy="5152313"/>
          </a:xfrm>
        </p:grpSpPr>
        <p:pic>
          <p:nvPicPr>
            <p:cNvPr id="265" name="Google Shape;265;p3"/>
            <p:cNvPicPr preferRelativeResize="0"/>
            <p:nvPr/>
          </p:nvPicPr>
          <p:blipFill rotWithShape="1">
            <a:blip r:embed="rId3">
              <a:alphaModFix/>
            </a:blip>
            <a:srcRect b="30034" l="5517" r="0" t="-5104"/>
            <a:stretch/>
          </p:blipFill>
          <p:spPr>
            <a:xfrm rot="5400000">
              <a:off x="-361014" y="877812"/>
              <a:ext cx="2605925" cy="1929300"/>
            </a:xfrm>
            <a:prstGeom prst="rect">
              <a:avLst/>
            </a:prstGeom>
            <a:noFill/>
            <a:ln>
              <a:noFill/>
            </a:ln>
          </p:spPr>
        </p:pic>
        <p:pic>
          <p:nvPicPr>
            <p:cNvPr id="266" name="Google Shape;266;p3"/>
            <p:cNvPicPr preferRelativeResize="0"/>
            <p:nvPr/>
          </p:nvPicPr>
          <p:blipFill rotWithShape="1">
            <a:blip r:embed="rId4">
              <a:alphaModFix/>
            </a:blip>
            <a:srcRect b="50880" l="11254" r="13011" t="0"/>
            <a:stretch/>
          </p:blipFill>
          <p:spPr>
            <a:xfrm rot="5400000">
              <a:off x="-487394" y="1982825"/>
              <a:ext cx="2190249" cy="1214897"/>
            </a:xfrm>
            <a:prstGeom prst="rect">
              <a:avLst/>
            </a:prstGeom>
            <a:noFill/>
            <a:ln>
              <a:noFill/>
            </a:ln>
          </p:spPr>
        </p:pic>
        <p:pic>
          <p:nvPicPr>
            <p:cNvPr id="267" name="Google Shape;267;p3"/>
            <p:cNvPicPr preferRelativeResize="0"/>
            <p:nvPr/>
          </p:nvPicPr>
          <p:blipFill rotWithShape="1">
            <a:blip r:embed="rId3">
              <a:alphaModFix/>
            </a:blip>
            <a:srcRect b="50813" l="0" r="0" t="4102"/>
            <a:stretch/>
          </p:blipFill>
          <p:spPr>
            <a:xfrm rot="5400000">
              <a:off x="-838218" y="3098916"/>
              <a:ext cx="2891885" cy="1214897"/>
            </a:xfrm>
            <a:prstGeom prst="rect">
              <a:avLst/>
            </a:prstGeom>
            <a:noFill/>
            <a:ln>
              <a:noFill/>
            </a:ln>
          </p:spPr>
        </p:pic>
        <p:pic>
          <p:nvPicPr>
            <p:cNvPr id="268" name="Google Shape;268;p3"/>
            <p:cNvPicPr preferRelativeResize="0"/>
            <p:nvPr/>
          </p:nvPicPr>
          <p:blipFill rotWithShape="1">
            <a:blip r:embed="rId3">
              <a:alphaModFix/>
            </a:blip>
            <a:srcRect b="30034" l="5516" r="37550" t="-5104"/>
            <a:stretch/>
          </p:blipFill>
          <p:spPr>
            <a:xfrm rot="5400000">
              <a:off x="197874" y="2998120"/>
              <a:ext cx="1929638" cy="2370781"/>
            </a:xfrm>
            <a:prstGeom prst="rect">
              <a:avLst/>
            </a:prstGeom>
            <a:noFill/>
            <a:ln>
              <a:noFill/>
            </a:ln>
          </p:spPr>
        </p:pic>
        <p:pic>
          <p:nvPicPr>
            <p:cNvPr id="269" name="Google Shape;269;p3"/>
            <p:cNvPicPr preferRelativeResize="0"/>
            <p:nvPr/>
          </p:nvPicPr>
          <p:blipFill rotWithShape="1">
            <a:blip r:embed="rId3">
              <a:alphaModFix/>
            </a:blip>
            <a:srcRect b="30034" l="5517" r="0" t="-5104"/>
            <a:stretch/>
          </p:blipFill>
          <p:spPr>
            <a:xfrm rot="5400000">
              <a:off x="-288575" y="3041699"/>
              <a:ext cx="2048200" cy="1516500"/>
            </a:xfrm>
            <a:prstGeom prst="rect">
              <a:avLst/>
            </a:prstGeom>
            <a:noFill/>
            <a:ln>
              <a:noFill/>
            </a:ln>
          </p:spPr>
        </p:pic>
        <p:pic>
          <p:nvPicPr>
            <p:cNvPr id="270" name="Google Shape;270;p3"/>
            <p:cNvPicPr preferRelativeResize="0"/>
            <p:nvPr/>
          </p:nvPicPr>
          <p:blipFill rotWithShape="1">
            <a:blip r:embed="rId4">
              <a:alphaModFix/>
            </a:blip>
            <a:srcRect b="50880" l="11254" r="13011" t="0"/>
            <a:stretch/>
          </p:blipFill>
          <p:spPr>
            <a:xfrm rot="5400000">
              <a:off x="-358013" y="2865168"/>
              <a:ext cx="1580494" cy="876739"/>
            </a:xfrm>
            <a:prstGeom prst="rect">
              <a:avLst/>
            </a:prstGeom>
            <a:noFill/>
            <a:ln>
              <a:noFill/>
            </a:ln>
          </p:spPr>
        </p:pic>
        <p:pic>
          <p:nvPicPr>
            <p:cNvPr id="271" name="Google Shape;271;p3"/>
            <p:cNvPicPr preferRelativeResize="0"/>
            <p:nvPr/>
          </p:nvPicPr>
          <p:blipFill rotWithShape="1">
            <a:blip r:embed="rId3">
              <a:alphaModFix/>
            </a:blip>
            <a:srcRect b="50813" l="0" r="0" t="4102"/>
            <a:stretch/>
          </p:blipFill>
          <p:spPr>
            <a:xfrm rot="5400000">
              <a:off x="-611169" y="3670544"/>
              <a:ext cx="2086798" cy="876739"/>
            </a:xfrm>
            <a:prstGeom prst="rect">
              <a:avLst/>
            </a:prstGeom>
            <a:noFill/>
            <a:ln>
              <a:noFill/>
            </a:ln>
          </p:spPr>
        </p:pic>
        <p:pic>
          <p:nvPicPr>
            <p:cNvPr id="272" name="Google Shape;272;p3"/>
            <p:cNvPicPr preferRelativeResize="0"/>
            <p:nvPr/>
          </p:nvPicPr>
          <p:blipFill rotWithShape="1">
            <a:blip r:embed="rId3">
              <a:alphaModFix/>
            </a:blip>
            <a:srcRect b="30034" l="5518" r="50851" t="-5104"/>
            <a:stretch/>
          </p:blipFill>
          <p:spPr>
            <a:xfrm rot="5400000">
              <a:off x="299210" y="3435075"/>
              <a:ext cx="1067033" cy="1710895"/>
            </a:xfrm>
            <a:prstGeom prst="rect">
              <a:avLst/>
            </a:prstGeom>
            <a:noFill/>
            <a:ln>
              <a:noFill/>
            </a:ln>
          </p:spPr>
        </p:pic>
        <p:pic>
          <p:nvPicPr>
            <p:cNvPr id="273" name="Google Shape;273;p3"/>
            <p:cNvPicPr preferRelativeResize="0"/>
            <p:nvPr/>
          </p:nvPicPr>
          <p:blipFill rotWithShape="1">
            <a:blip r:embed="rId5">
              <a:alphaModFix/>
            </a:blip>
            <a:srcRect b="50443" l="0" r="0" t="0"/>
            <a:stretch/>
          </p:blipFill>
          <p:spPr>
            <a:xfrm rot="5400000">
              <a:off x="-380108" y="4181573"/>
              <a:ext cx="1328116" cy="613343"/>
            </a:xfrm>
            <a:prstGeom prst="rect">
              <a:avLst/>
            </a:prstGeom>
            <a:noFill/>
            <a:ln>
              <a:noFill/>
            </a:ln>
          </p:spPr>
        </p:pic>
        <p:pic>
          <p:nvPicPr>
            <p:cNvPr id="274" name="Google Shape;274;p3"/>
            <p:cNvPicPr preferRelativeResize="0"/>
            <p:nvPr/>
          </p:nvPicPr>
          <p:blipFill rotWithShape="1">
            <a:blip r:embed="rId5">
              <a:alphaModFix/>
            </a:blip>
            <a:srcRect b="50443" l="0" r="0" t="0"/>
            <a:stretch/>
          </p:blipFill>
          <p:spPr>
            <a:xfrm rot="5400000">
              <a:off x="71478" y="4181573"/>
              <a:ext cx="1328116" cy="613343"/>
            </a:xfrm>
            <a:prstGeom prst="rect">
              <a:avLst/>
            </a:prstGeom>
            <a:noFill/>
            <a:ln>
              <a:noFill/>
            </a:ln>
          </p:spPr>
        </p:pic>
        <p:pic>
          <p:nvPicPr>
            <p:cNvPr id="275" name="Google Shape;275;p3"/>
            <p:cNvPicPr preferRelativeResize="0"/>
            <p:nvPr/>
          </p:nvPicPr>
          <p:blipFill rotWithShape="1">
            <a:blip r:embed="rId3">
              <a:alphaModFix/>
            </a:blip>
            <a:srcRect b="47015" l="35435" r="12098" t="1038"/>
            <a:stretch/>
          </p:blipFill>
          <p:spPr>
            <a:xfrm rot="5400000">
              <a:off x="-103713" y="81012"/>
              <a:ext cx="2091325" cy="1929300"/>
            </a:xfrm>
            <a:prstGeom prst="rect">
              <a:avLst/>
            </a:prstGeom>
            <a:noFill/>
            <a:ln>
              <a:noFill/>
            </a:ln>
          </p:spPr>
        </p:pic>
        <p:pic>
          <p:nvPicPr>
            <p:cNvPr id="276" name="Google Shape;276;p3"/>
            <p:cNvPicPr preferRelativeResize="0"/>
            <p:nvPr/>
          </p:nvPicPr>
          <p:blipFill rotWithShape="1">
            <a:blip r:embed="rId5">
              <a:alphaModFix/>
            </a:blip>
            <a:srcRect b="50443" l="0" r="0" t="0"/>
            <a:stretch/>
          </p:blipFill>
          <p:spPr>
            <a:xfrm rot="5400000">
              <a:off x="-230383" y="1816890"/>
              <a:ext cx="771750" cy="356382"/>
            </a:xfrm>
            <a:prstGeom prst="rect">
              <a:avLst/>
            </a:prstGeom>
            <a:noFill/>
            <a:ln>
              <a:noFill/>
            </a:ln>
          </p:spPr>
        </p:pic>
        <p:pic>
          <p:nvPicPr>
            <p:cNvPr id="277" name="Google Shape;277;p3"/>
            <p:cNvPicPr preferRelativeResize="0"/>
            <p:nvPr/>
          </p:nvPicPr>
          <p:blipFill rotWithShape="1">
            <a:blip r:embed="rId5">
              <a:alphaModFix/>
            </a:blip>
            <a:srcRect b="50443" l="0" r="0" t="0"/>
            <a:stretch/>
          </p:blipFill>
          <p:spPr>
            <a:xfrm rot="5400000">
              <a:off x="-517999" y="2755704"/>
              <a:ext cx="1840503" cy="849910"/>
            </a:xfrm>
            <a:prstGeom prst="rect">
              <a:avLst/>
            </a:prstGeom>
            <a:noFill/>
            <a:ln>
              <a:noFill/>
            </a:ln>
          </p:spPr>
        </p:pic>
        <p:pic>
          <p:nvPicPr>
            <p:cNvPr id="278" name="Google Shape;278;p3"/>
            <p:cNvPicPr preferRelativeResize="0"/>
            <p:nvPr/>
          </p:nvPicPr>
          <p:blipFill rotWithShape="1">
            <a:blip r:embed="rId4">
              <a:alphaModFix/>
            </a:blip>
            <a:srcRect b="50880" l="11254" r="13011" t="0"/>
            <a:stretch/>
          </p:blipFill>
          <p:spPr>
            <a:xfrm rot="5400000">
              <a:off x="-311303" y="3493776"/>
              <a:ext cx="1296169" cy="719015"/>
            </a:xfrm>
            <a:prstGeom prst="rect">
              <a:avLst/>
            </a:prstGeom>
            <a:noFill/>
            <a:ln>
              <a:noFill/>
            </a:ln>
          </p:spPr>
        </p:pic>
      </p:grpSp>
      <p:sp>
        <p:nvSpPr>
          <p:cNvPr id="279" name="Google Shape;279;p3"/>
          <p:cNvSpPr txBox="1"/>
          <p:nvPr>
            <p:ph type="title"/>
          </p:nvPr>
        </p:nvSpPr>
        <p:spPr>
          <a:xfrm>
            <a:off x="5318448" y="2415225"/>
            <a:ext cx="3262844" cy="1542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4000"/>
              <a:t>Project Motivation</a:t>
            </a:r>
            <a:endParaRPr sz="4000"/>
          </a:p>
        </p:txBody>
      </p:sp>
      <p:sp>
        <p:nvSpPr>
          <p:cNvPr id="280" name="Google Shape;280;p3"/>
          <p:cNvSpPr txBox="1"/>
          <p:nvPr>
            <p:ph idx="2" type="title"/>
          </p:nvPr>
        </p:nvSpPr>
        <p:spPr>
          <a:xfrm>
            <a:off x="5318450" y="1148175"/>
            <a:ext cx="1214100" cy="10161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01</a:t>
            </a:r>
            <a:endParaRPr/>
          </a:p>
        </p:txBody>
      </p:sp>
      <p:pic>
        <p:nvPicPr>
          <p:cNvPr descr="A train tracks on a street&#10;&#10;Description automatically generated" id="281" name="Google Shape;281;p3"/>
          <p:cNvPicPr preferRelativeResize="0"/>
          <p:nvPr>
            <p:ph idx="3" type="pic"/>
          </p:nvPr>
        </p:nvPicPr>
        <p:blipFill rotWithShape="1">
          <a:blip r:embed="rId6">
            <a:alphaModFix/>
          </a:blip>
          <a:srcRect b="0" l="658" r="657" t="0"/>
          <a:stretch/>
        </p:blipFill>
        <p:spPr>
          <a:xfrm>
            <a:off x="0" y="0"/>
            <a:ext cx="380610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1feb7dc331_4_0"/>
          <p:cNvSpPr txBox="1"/>
          <p:nvPr>
            <p:ph idx="2" type="title"/>
          </p:nvPr>
        </p:nvSpPr>
        <p:spPr>
          <a:xfrm>
            <a:off x="208500" y="272400"/>
            <a:ext cx="6255600" cy="101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 Description</a:t>
            </a:r>
            <a:endParaRPr/>
          </a:p>
        </p:txBody>
      </p:sp>
      <p:pic>
        <p:nvPicPr>
          <p:cNvPr id="287" name="Google Shape;287;g31feb7dc331_4_0"/>
          <p:cNvPicPr preferRelativeResize="0"/>
          <p:nvPr/>
        </p:nvPicPr>
        <p:blipFill>
          <a:blip r:embed="rId3">
            <a:alphaModFix/>
          </a:blip>
          <a:stretch>
            <a:fillRect/>
          </a:stretch>
        </p:blipFill>
        <p:spPr>
          <a:xfrm>
            <a:off x="121338" y="3359044"/>
            <a:ext cx="8901326" cy="1611706"/>
          </a:xfrm>
          <a:prstGeom prst="rect">
            <a:avLst/>
          </a:prstGeom>
          <a:noFill/>
          <a:ln>
            <a:noFill/>
          </a:ln>
        </p:spPr>
      </p:pic>
      <p:pic>
        <p:nvPicPr>
          <p:cNvPr descr="A Complete Guide to Traffic Fines In Italy - Its the journey that matters" id="288" name="Google Shape;288;g31feb7dc331_4_0"/>
          <p:cNvPicPr preferRelativeResize="0"/>
          <p:nvPr/>
        </p:nvPicPr>
        <p:blipFill>
          <a:blip r:embed="rId4">
            <a:alphaModFix/>
          </a:blip>
          <a:stretch>
            <a:fillRect/>
          </a:stretch>
        </p:blipFill>
        <p:spPr>
          <a:xfrm>
            <a:off x="2871899" y="1359025"/>
            <a:ext cx="3228074" cy="1815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1f93b5154a_0_0"/>
          <p:cNvSpPr txBox="1"/>
          <p:nvPr>
            <p:ph type="title"/>
          </p:nvPr>
        </p:nvSpPr>
        <p:spPr>
          <a:xfrm>
            <a:off x="720000" y="2206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4600"/>
              <a:t>Project Goals</a:t>
            </a:r>
            <a:endParaRPr sz="4600"/>
          </a:p>
        </p:txBody>
      </p:sp>
      <p:sp>
        <p:nvSpPr>
          <p:cNvPr id="294" name="Google Shape;294;g31f93b5154a_0_0"/>
          <p:cNvSpPr txBox="1"/>
          <p:nvPr>
            <p:ph idx="4" type="subTitle"/>
          </p:nvPr>
        </p:nvSpPr>
        <p:spPr>
          <a:xfrm>
            <a:off x="1755028" y="2009215"/>
            <a:ext cx="2230200" cy="466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Reduce average case duration</a:t>
            </a:r>
            <a:endParaRPr/>
          </a:p>
        </p:txBody>
      </p:sp>
      <p:sp>
        <p:nvSpPr>
          <p:cNvPr id="295" name="Google Shape;295;g31f93b5154a_0_0"/>
          <p:cNvSpPr txBox="1"/>
          <p:nvPr>
            <p:ph idx="1" type="subTitle"/>
          </p:nvPr>
        </p:nvSpPr>
        <p:spPr>
          <a:xfrm>
            <a:off x="896875" y="2569975"/>
            <a:ext cx="2340600" cy="153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800"/>
              <a:t>Identify methods to reduce the average case duration, thereby minimizing the resources required by the government agency.</a:t>
            </a:r>
            <a:endParaRPr sz="1800"/>
          </a:p>
        </p:txBody>
      </p:sp>
      <p:sp>
        <p:nvSpPr>
          <p:cNvPr id="296" name="Google Shape;296;g31f93b5154a_0_0"/>
          <p:cNvSpPr txBox="1"/>
          <p:nvPr>
            <p:ph idx="2" type="subTitle"/>
          </p:nvPr>
        </p:nvSpPr>
        <p:spPr>
          <a:xfrm>
            <a:off x="3489600" y="2569975"/>
            <a:ext cx="2164800" cy="127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800"/>
              <a:t>Incentivize prompt payments from individuals to expedite the resolution of cases.</a:t>
            </a:r>
            <a:endParaRPr sz="1800"/>
          </a:p>
        </p:txBody>
      </p:sp>
      <p:sp>
        <p:nvSpPr>
          <p:cNvPr id="297" name="Google Shape;297;g31f93b5154a_0_0"/>
          <p:cNvSpPr txBox="1"/>
          <p:nvPr>
            <p:ph idx="3" type="subTitle"/>
          </p:nvPr>
        </p:nvSpPr>
        <p:spPr>
          <a:xfrm>
            <a:off x="6144224" y="2569975"/>
            <a:ext cx="2230200" cy="127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800"/>
              <a:t>Decrease the number of cases that ultimately result in being sent for credit collection.</a:t>
            </a:r>
            <a:endParaRPr sz="1800"/>
          </a:p>
        </p:txBody>
      </p:sp>
      <p:sp>
        <p:nvSpPr>
          <p:cNvPr id="298" name="Google Shape;298;g31f93b5154a_0_0"/>
          <p:cNvSpPr txBox="1"/>
          <p:nvPr>
            <p:ph idx="6" type="subTitle"/>
          </p:nvPr>
        </p:nvSpPr>
        <p:spPr>
          <a:xfrm>
            <a:off x="5396473" y="2009215"/>
            <a:ext cx="2230200" cy="466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Reduce case escalations</a:t>
            </a:r>
            <a:endParaRPr/>
          </a:p>
        </p:txBody>
      </p:sp>
      <p:sp>
        <p:nvSpPr>
          <p:cNvPr id="299" name="Google Shape;299;g31f93b5154a_0_0"/>
          <p:cNvSpPr txBox="1"/>
          <p:nvPr>
            <p:ph idx="4294967295" type="title"/>
          </p:nvPr>
        </p:nvSpPr>
        <p:spPr>
          <a:xfrm>
            <a:off x="2502776" y="1187388"/>
            <a:ext cx="734700" cy="5394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b="1" lang="en">
                <a:solidFill>
                  <a:schemeClr val="dk2"/>
                </a:solidFill>
              </a:rPr>
              <a:t>01</a:t>
            </a:r>
            <a:endParaRPr b="1">
              <a:solidFill>
                <a:schemeClr val="dk2"/>
              </a:solidFill>
            </a:endParaRPr>
          </a:p>
        </p:txBody>
      </p:sp>
      <p:sp>
        <p:nvSpPr>
          <p:cNvPr id="300" name="Google Shape;300;g31f93b5154a_0_0"/>
          <p:cNvSpPr txBox="1"/>
          <p:nvPr>
            <p:ph idx="4294967295" type="title"/>
          </p:nvPr>
        </p:nvSpPr>
        <p:spPr>
          <a:xfrm>
            <a:off x="6144226" y="1187407"/>
            <a:ext cx="734700" cy="5394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b="1" lang="en">
                <a:solidFill>
                  <a:schemeClr val="dk2"/>
                </a:solidFill>
              </a:rPr>
              <a:t>02</a:t>
            </a:r>
            <a:endParaRPr b="1">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grpSp>
        <p:nvGrpSpPr>
          <p:cNvPr id="305" name="Google Shape;305;p4"/>
          <p:cNvGrpSpPr/>
          <p:nvPr/>
        </p:nvGrpSpPr>
        <p:grpSpPr>
          <a:xfrm>
            <a:off x="3223437" y="2"/>
            <a:ext cx="2366780" cy="5143554"/>
            <a:chOff x="-22726" y="0"/>
            <a:chExt cx="2370810" cy="5152313"/>
          </a:xfrm>
        </p:grpSpPr>
        <p:pic>
          <p:nvPicPr>
            <p:cNvPr id="306" name="Google Shape;306;p4"/>
            <p:cNvPicPr preferRelativeResize="0"/>
            <p:nvPr/>
          </p:nvPicPr>
          <p:blipFill rotWithShape="1">
            <a:blip r:embed="rId3">
              <a:alphaModFix/>
            </a:blip>
            <a:srcRect b="30034" l="5517" r="0" t="-5104"/>
            <a:stretch/>
          </p:blipFill>
          <p:spPr>
            <a:xfrm rot="5400000">
              <a:off x="-361014" y="877812"/>
              <a:ext cx="2605925" cy="1929300"/>
            </a:xfrm>
            <a:prstGeom prst="rect">
              <a:avLst/>
            </a:prstGeom>
            <a:noFill/>
            <a:ln>
              <a:noFill/>
            </a:ln>
          </p:spPr>
        </p:pic>
        <p:pic>
          <p:nvPicPr>
            <p:cNvPr id="307" name="Google Shape;307;p4"/>
            <p:cNvPicPr preferRelativeResize="0"/>
            <p:nvPr/>
          </p:nvPicPr>
          <p:blipFill rotWithShape="1">
            <a:blip r:embed="rId4">
              <a:alphaModFix/>
            </a:blip>
            <a:srcRect b="50880" l="11254" r="13011" t="0"/>
            <a:stretch/>
          </p:blipFill>
          <p:spPr>
            <a:xfrm rot="5400000">
              <a:off x="-487394" y="1982825"/>
              <a:ext cx="2190249" cy="1214897"/>
            </a:xfrm>
            <a:prstGeom prst="rect">
              <a:avLst/>
            </a:prstGeom>
            <a:noFill/>
            <a:ln>
              <a:noFill/>
            </a:ln>
          </p:spPr>
        </p:pic>
        <p:pic>
          <p:nvPicPr>
            <p:cNvPr id="308" name="Google Shape;308;p4"/>
            <p:cNvPicPr preferRelativeResize="0"/>
            <p:nvPr/>
          </p:nvPicPr>
          <p:blipFill rotWithShape="1">
            <a:blip r:embed="rId3">
              <a:alphaModFix/>
            </a:blip>
            <a:srcRect b="50813" l="0" r="0" t="4102"/>
            <a:stretch/>
          </p:blipFill>
          <p:spPr>
            <a:xfrm rot="5400000">
              <a:off x="-838218" y="3098916"/>
              <a:ext cx="2891885" cy="1214897"/>
            </a:xfrm>
            <a:prstGeom prst="rect">
              <a:avLst/>
            </a:prstGeom>
            <a:noFill/>
            <a:ln>
              <a:noFill/>
            </a:ln>
          </p:spPr>
        </p:pic>
        <p:pic>
          <p:nvPicPr>
            <p:cNvPr id="309" name="Google Shape;309;p4"/>
            <p:cNvPicPr preferRelativeResize="0"/>
            <p:nvPr/>
          </p:nvPicPr>
          <p:blipFill rotWithShape="1">
            <a:blip r:embed="rId3">
              <a:alphaModFix/>
            </a:blip>
            <a:srcRect b="30034" l="5516" r="37550" t="-5104"/>
            <a:stretch/>
          </p:blipFill>
          <p:spPr>
            <a:xfrm rot="5400000">
              <a:off x="197874" y="2998120"/>
              <a:ext cx="1929638" cy="2370781"/>
            </a:xfrm>
            <a:prstGeom prst="rect">
              <a:avLst/>
            </a:prstGeom>
            <a:noFill/>
            <a:ln>
              <a:noFill/>
            </a:ln>
          </p:spPr>
        </p:pic>
        <p:pic>
          <p:nvPicPr>
            <p:cNvPr id="310" name="Google Shape;310;p4"/>
            <p:cNvPicPr preferRelativeResize="0"/>
            <p:nvPr/>
          </p:nvPicPr>
          <p:blipFill rotWithShape="1">
            <a:blip r:embed="rId3">
              <a:alphaModFix/>
            </a:blip>
            <a:srcRect b="30034" l="5517" r="0" t="-5104"/>
            <a:stretch/>
          </p:blipFill>
          <p:spPr>
            <a:xfrm rot="5400000">
              <a:off x="-288575" y="3041699"/>
              <a:ext cx="2048200" cy="1516500"/>
            </a:xfrm>
            <a:prstGeom prst="rect">
              <a:avLst/>
            </a:prstGeom>
            <a:noFill/>
            <a:ln>
              <a:noFill/>
            </a:ln>
          </p:spPr>
        </p:pic>
        <p:pic>
          <p:nvPicPr>
            <p:cNvPr id="311" name="Google Shape;311;p4"/>
            <p:cNvPicPr preferRelativeResize="0"/>
            <p:nvPr/>
          </p:nvPicPr>
          <p:blipFill rotWithShape="1">
            <a:blip r:embed="rId4">
              <a:alphaModFix/>
            </a:blip>
            <a:srcRect b="50880" l="11254" r="13011" t="0"/>
            <a:stretch/>
          </p:blipFill>
          <p:spPr>
            <a:xfrm rot="5400000">
              <a:off x="-358013" y="2865168"/>
              <a:ext cx="1580494" cy="876739"/>
            </a:xfrm>
            <a:prstGeom prst="rect">
              <a:avLst/>
            </a:prstGeom>
            <a:noFill/>
            <a:ln>
              <a:noFill/>
            </a:ln>
          </p:spPr>
        </p:pic>
        <p:pic>
          <p:nvPicPr>
            <p:cNvPr id="312" name="Google Shape;312;p4"/>
            <p:cNvPicPr preferRelativeResize="0"/>
            <p:nvPr/>
          </p:nvPicPr>
          <p:blipFill rotWithShape="1">
            <a:blip r:embed="rId3">
              <a:alphaModFix/>
            </a:blip>
            <a:srcRect b="50813" l="0" r="0" t="4102"/>
            <a:stretch/>
          </p:blipFill>
          <p:spPr>
            <a:xfrm rot="5400000">
              <a:off x="-611169" y="3670544"/>
              <a:ext cx="2086798" cy="876739"/>
            </a:xfrm>
            <a:prstGeom prst="rect">
              <a:avLst/>
            </a:prstGeom>
            <a:noFill/>
            <a:ln>
              <a:noFill/>
            </a:ln>
          </p:spPr>
        </p:pic>
        <p:pic>
          <p:nvPicPr>
            <p:cNvPr id="313" name="Google Shape;313;p4"/>
            <p:cNvPicPr preferRelativeResize="0"/>
            <p:nvPr/>
          </p:nvPicPr>
          <p:blipFill rotWithShape="1">
            <a:blip r:embed="rId3">
              <a:alphaModFix/>
            </a:blip>
            <a:srcRect b="30034" l="5518" r="50851" t="-5104"/>
            <a:stretch/>
          </p:blipFill>
          <p:spPr>
            <a:xfrm rot="5400000">
              <a:off x="299210" y="3435075"/>
              <a:ext cx="1067033" cy="1710895"/>
            </a:xfrm>
            <a:prstGeom prst="rect">
              <a:avLst/>
            </a:prstGeom>
            <a:noFill/>
            <a:ln>
              <a:noFill/>
            </a:ln>
          </p:spPr>
        </p:pic>
        <p:pic>
          <p:nvPicPr>
            <p:cNvPr id="314" name="Google Shape;314;p4"/>
            <p:cNvPicPr preferRelativeResize="0"/>
            <p:nvPr/>
          </p:nvPicPr>
          <p:blipFill rotWithShape="1">
            <a:blip r:embed="rId5">
              <a:alphaModFix/>
            </a:blip>
            <a:srcRect b="50443" l="0" r="0" t="0"/>
            <a:stretch/>
          </p:blipFill>
          <p:spPr>
            <a:xfrm rot="5400000">
              <a:off x="-380108" y="4181573"/>
              <a:ext cx="1328116" cy="613343"/>
            </a:xfrm>
            <a:prstGeom prst="rect">
              <a:avLst/>
            </a:prstGeom>
            <a:noFill/>
            <a:ln>
              <a:noFill/>
            </a:ln>
          </p:spPr>
        </p:pic>
        <p:pic>
          <p:nvPicPr>
            <p:cNvPr id="315" name="Google Shape;315;p4"/>
            <p:cNvPicPr preferRelativeResize="0"/>
            <p:nvPr/>
          </p:nvPicPr>
          <p:blipFill rotWithShape="1">
            <a:blip r:embed="rId5">
              <a:alphaModFix/>
            </a:blip>
            <a:srcRect b="50443" l="0" r="0" t="0"/>
            <a:stretch/>
          </p:blipFill>
          <p:spPr>
            <a:xfrm rot="5400000">
              <a:off x="71478" y="4181573"/>
              <a:ext cx="1328116" cy="613343"/>
            </a:xfrm>
            <a:prstGeom prst="rect">
              <a:avLst/>
            </a:prstGeom>
            <a:noFill/>
            <a:ln>
              <a:noFill/>
            </a:ln>
          </p:spPr>
        </p:pic>
        <p:pic>
          <p:nvPicPr>
            <p:cNvPr id="316" name="Google Shape;316;p4"/>
            <p:cNvPicPr preferRelativeResize="0"/>
            <p:nvPr/>
          </p:nvPicPr>
          <p:blipFill rotWithShape="1">
            <a:blip r:embed="rId3">
              <a:alphaModFix/>
            </a:blip>
            <a:srcRect b="47015" l="35435" r="12098" t="1038"/>
            <a:stretch/>
          </p:blipFill>
          <p:spPr>
            <a:xfrm rot="5400000">
              <a:off x="-103713" y="81012"/>
              <a:ext cx="2091325" cy="1929300"/>
            </a:xfrm>
            <a:prstGeom prst="rect">
              <a:avLst/>
            </a:prstGeom>
            <a:noFill/>
            <a:ln>
              <a:noFill/>
            </a:ln>
          </p:spPr>
        </p:pic>
        <p:pic>
          <p:nvPicPr>
            <p:cNvPr id="317" name="Google Shape;317;p4"/>
            <p:cNvPicPr preferRelativeResize="0"/>
            <p:nvPr/>
          </p:nvPicPr>
          <p:blipFill rotWithShape="1">
            <a:blip r:embed="rId5">
              <a:alphaModFix/>
            </a:blip>
            <a:srcRect b="50443" l="0" r="0" t="0"/>
            <a:stretch/>
          </p:blipFill>
          <p:spPr>
            <a:xfrm rot="5400000">
              <a:off x="-230383" y="1816890"/>
              <a:ext cx="771750" cy="356382"/>
            </a:xfrm>
            <a:prstGeom prst="rect">
              <a:avLst/>
            </a:prstGeom>
            <a:noFill/>
            <a:ln>
              <a:noFill/>
            </a:ln>
          </p:spPr>
        </p:pic>
        <p:pic>
          <p:nvPicPr>
            <p:cNvPr id="318" name="Google Shape;318;p4"/>
            <p:cNvPicPr preferRelativeResize="0"/>
            <p:nvPr/>
          </p:nvPicPr>
          <p:blipFill rotWithShape="1">
            <a:blip r:embed="rId5">
              <a:alphaModFix/>
            </a:blip>
            <a:srcRect b="50443" l="0" r="0" t="0"/>
            <a:stretch/>
          </p:blipFill>
          <p:spPr>
            <a:xfrm rot="5400000">
              <a:off x="-517999" y="2755704"/>
              <a:ext cx="1840503" cy="849910"/>
            </a:xfrm>
            <a:prstGeom prst="rect">
              <a:avLst/>
            </a:prstGeom>
            <a:noFill/>
            <a:ln>
              <a:noFill/>
            </a:ln>
          </p:spPr>
        </p:pic>
        <p:pic>
          <p:nvPicPr>
            <p:cNvPr id="319" name="Google Shape;319;p4"/>
            <p:cNvPicPr preferRelativeResize="0"/>
            <p:nvPr/>
          </p:nvPicPr>
          <p:blipFill rotWithShape="1">
            <a:blip r:embed="rId4">
              <a:alphaModFix/>
            </a:blip>
            <a:srcRect b="50880" l="11254" r="13011" t="0"/>
            <a:stretch/>
          </p:blipFill>
          <p:spPr>
            <a:xfrm rot="5400000">
              <a:off x="-311303" y="3493776"/>
              <a:ext cx="1296169" cy="719015"/>
            </a:xfrm>
            <a:prstGeom prst="rect">
              <a:avLst/>
            </a:prstGeom>
            <a:noFill/>
            <a:ln>
              <a:noFill/>
            </a:ln>
          </p:spPr>
        </p:pic>
      </p:grpSp>
      <p:sp>
        <p:nvSpPr>
          <p:cNvPr id="320" name="Google Shape;320;p4"/>
          <p:cNvSpPr txBox="1"/>
          <p:nvPr>
            <p:ph type="title"/>
          </p:nvPr>
        </p:nvSpPr>
        <p:spPr>
          <a:xfrm>
            <a:off x="5318448" y="2415225"/>
            <a:ext cx="3755213" cy="1542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4000"/>
              <a:t>Understanding the process</a:t>
            </a:r>
            <a:endParaRPr sz="4000"/>
          </a:p>
        </p:txBody>
      </p:sp>
      <p:sp>
        <p:nvSpPr>
          <p:cNvPr id="321" name="Google Shape;321;p4"/>
          <p:cNvSpPr txBox="1"/>
          <p:nvPr>
            <p:ph idx="2" type="title"/>
          </p:nvPr>
        </p:nvSpPr>
        <p:spPr>
          <a:xfrm>
            <a:off x="5318450" y="1148175"/>
            <a:ext cx="1214100" cy="10161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02</a:t>
            </a:r>
            <a:endParaRPr/>
          </a:p>
        </p:txBody>
      </p:sp>
      <p:pic>
        <p:nvPicPr>
          <p:cNvPr descr="A train tracks on a street&#10;&#10;Description automatically generated" id="322" name="Google Shape;322;p4"/>
          <p:cNvPicPr preferRelativeResize="0"/>
          <p:nvPr>
            <p:ph idx="3" type="pic"/>
          </p:nvPr>
        </p:nvPicPr>
        <p:blipFill rotWithShape="1">
          <a:blip r:embed="rId6">
            <a:alphaModFix/>
          </a:blip>
          <a:srcRect b="0" l="658" r="657" t="0"/>
          <a:stretch/>
        </p:blipFill>
        <p:spPr>
          <a:xfrm>
            <a:off x="0" y="0"/>
            <a:ext cx="38061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1f93b5154a_0_31"/>
          <p:cNvSpPr txBox="1"/>
          <p:nvPr>
            <p:ph idx="1" type="subTitle"/>
          </p:nvPr>
        </p:nvSpPr>
        <p:spPr>
          <a:xfrm>
            <a:off x="798388" y="3512292"/>
            <a:ext cx="3492600" cy="598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
              <a:buNone/>
            </a:pPr>
            <a:r>
              <a:rPr lang="en"/>
              <a:t>Case variants</a:t>
            </a:r>
            <a:endParaRPr/>
          </a:p>
        </p:txBody>
      </p:sp>
      <p:sp>
        <p:nvSpPr>
          <p:cNvPr id="328" name="Google Shape;328;g31f93b5154a_0_31"/>
          <p:cNvSpPr txBox="1"/>
          <p:nvPr>
            <p:ph type="title"/>
          </p:nvPr>
        </p:nvSpPr>
        <p:spPr>
          <a:xfrm>
            <a:off x="798388" y="2743394"/>
            <a:ext cx="3492600" cy="768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235</a:t>
            </a:r>
            <a:endParaRPr/>
          </a:p>
        </p:txBody>
      </p:sp>
      <p:sp>
        <p:nvSpPr>
          <p:cNvPr id="329" name="Google Shape;329;g31f93b5154a_0_31"/>
          <p:cNvSpPr txBox="1"/>
          <p:nvPr>
            <p:ph idx="2" type="title"/>
          </p:nvPr>
        </p:nvSpPr>
        <p:spPr>
          <a:xfrm>
            <a:off x="2825700" y="1032408"/>
            <a:ext cx="3492600" cy="768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150370</a:t>
            </a:r>
            <a:endParaRPr/>
          </a:p>
        </p:txBody>
      </p:sp>
      <p:sp>
        <p:nvSpPr>
          <p:cNvPr id="330" name="Google Shape;330;g31f93b5154a_0_31"/>
          <p:cNvSpPr txBox="1"/>
          <p:nvPr>
            <p:ph idx="3" type="subTitle"/>
          </p:nvPr>
        </p:nvSpPr>
        <p:spPr>
          <a:xfrm>
            <a:off x="2825700" y="1801320"/>
            <a:ext cx="3492600" cy="598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
              <a:buNone/>
            </a:pPr>
            <a:r>
              <a:rPr lang="en"/>
              <a:t>Total number of cases</a:t>
            </a:r>
            <a:endParaRPr/>
          </a:p>
        </p:txBody>
      </p:sp>
      <p:sp>
        <p:nvSpPr>
          <p:cNvPr id="331" name="Google Shape;331;g31f93b5154a_0_31"/>
          <p:cNvSpPr txBox="1"/>
          <p:nvPr>
            <p:ph idx="4" type="title"/>
          </p:nvPr>
        </p:nvSpPr>
        <p:spPr>
          <a:xfrm>
            <a:off x="4853013" y="2743394"/>
            <a:ext cx="3492600" cy="7689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6.5 / 11.23</a:t>
            </a:r>
            <a:endParaRPr/>
          </a:p>
        </p:txBody>
      </p:sp>
      <p:sp>
        <p:nvSpPr>
          <p:cNvPr id="332" name="Google Shape;332;g31f93b5154a_0_31"/>
          <p:cNvSpPr txBox="1"/>
          <p:nvPr>
            <p:ph idx="5" type="subTitle"/>
          </p:nvPr>
        </p:nvSpPr>
        <p:spPr>
          <a:xfrm>
            <a:off x="4853013" y="3512292"/>
            <a:ext cx="3492600" cy="598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
              <a:buNone/>
            </a:pPr>
            <a:r>
              <a:rPr lang="en"/>
              <a:t>Median and average case duration in months</a:t>
            </a:r>
            <a:endParaRPr/>
          </a:p>
        </p:txBody>
      </p:sp>
      <p:grpSp>
        <p:nvGrpSpPr>
          <p:cNvPr id="333" name="Google Shape;333;g31f93b5154a_0_31"/>
          <p:cNvGrpSpPr/>
          <p:nvPr/>
        </p:nvGrpSpPr>
        <p:grpSpPr>
          <a:xfrm>
            <a:off x="6626988" y="3511908"/>
            <a:ext cx="2516859" cy="1631592"/>
            <a:chOff x="6626988" y="3511908"/>
            <a:chExt cx="2516859" cy="1631592"/>
          </a:xfrm>
        </p:grpSpPr>
        <p:pic>
          <p:nvPicPr>
            <p:cNvPr id="334" name="Google Shape;334;g31f93b5154a_0_31"/>
            <p:cNvPicPr preferRelativeResize="0"/>
            <p:nvPr/>
          </p:nvPicPr>
          <p:blipFill rotWithShape="1">
            <a:blip r:embed="rId3">
              <a:alphaModFix/>
            </a:blip>
            <a:srcRect b="50881" l="11254" r="13011" t="0"/>
            <a:stretch/>
          </p:blipFill>
          <p:spPr>
            <a:xfrm>
              <a:off x="6626988" y="4291573"/>
              <a:ext cx="1507329" cy="836092"/>
            </a:xfrm>
            <a:prstGeom prst="rect">
              <a:avLst/>
            </a:prstGeom>
            <a:noFill/>
            <a:ln>
              <a:noFill/>
            </a:ln>
          </p:spPr>
        </p:pic>
        <p:pic>
          <p:nvPicPr>
            <p:cNvPr id="335" name="Google Shape;335;g31f93b5154a_0_31"/>
            <p:cNvPicPr preferRelativeResize="0"/>
            <p:nvPr/>
          </p:nvPicPr>
          <p:blipFill rotWithShape="1">
            <a:blip r:embed="rId4">
              <a:alphaModFix/>
            </a:blip>
            <a:srcRect b="50811" l="0" r="0" t="4102"/>
            <a:stretch/>
          </p:blipFill>
          <p:spPr>
            <a:xfrm>
              <a:off x="7153648" y="4291577"/>
              <a:ext cx="1990195" cy="836092"/>
            </a:xfrm>
            <a:prstGeom prst="rect">
              <a:avLst/>
            </a:prstGeom>
            <a:noFill/>
            <a:ln>
              <a:noFill/>
            </a:ln>
          </p:spPr>
        </p:pic>
        <p:pic>
          <p:nvPicPr>
            <p:cNvPr id="336" name="Google Shape;336;g31f93b5154a_0_31"/>
            <p:cNvPicPr preferRelativeResize="0"/>
            <p:nvPr/>
          </p:nvPicPr>
          <p:blipFill rotWithShape="1">
            <a:blip r:embed="rId4">
              <a:alphaModFix/>
            </a:blip>
            <a:srcRect b="30035" l="5516" r="37551" t="-5104"/>
            <a:stretch/>
          </p:blipFill>
          <p:spPr>
            <a:xfrm>
              <a:off x="7813129" y="3511908"/>
              <a:ext cx="1327977" cy="1631572"/>
            </a:xfrm>
            <a:prstGeom prst="rect">
              <a:avLst/>
            </a:prstGeom>
            <a:noFill/>
            <a:ln>
              <a:noFill/>
            </a:ln>
          </p:spPr>
        </p:pic>
        <p:pic>
          <p:nvPicPr>
            <p:cNvPr id="337" name="Google Shape;337;g31f93b5154a_0_31"/>
            <p:cNvPicPr preferRelativeResize="0"/>
            <p:nvPr/>
          </p:nvPicPr>
          <p:blipFill rotWithShape="1">
            <a:blip r:embed="rId4">
              <a:alphaModFix/>
            </a:blip>
            <a:srcRect b="30035" l="5517" r="0" t="-5104"/>
            <a:stretch/>
          </p:blipFill>
          <p:spPr>
            <a:xfrm>
              <a:off x="7508365" y="4099843"/>
              <a:ext cx="1409571" cy="1043655"/>
            </a:xfrm>
            <a:prstGeom prst="rect">
              <a:avLst/>
            </a:prstGeom>
            <a:noFill/>
            <a:ln>
              <a:noFill/>
            </a:ln>
          </p:spPr>
        </p:pic>
        <p:pic>
          <p:nvPicPr>
            <p:cNvPr id="338" name="Google Shape;338;g31f93b5154a_0_31"/>
            <p:cNvPicPr preferRelativeResize="0"/>
            <p:nvPr/>
          </p:nvPicPr>
          <p:blipFill rotWithShape="1">
            <a:blip r:embed="rId3">
              <a:alphaModFix/>
            </a:blip>
            <a:srcRect b="50881" l="11254" r="13011" t="0"/>
            <a:stretch/>
          </p:blipFill>
          <p:spPr>
            <a:xfrm>
              <a:off x="7327672" y="4528710"/>
              <a:ext cx="1087696" cy="603372"/>
            </a:xfrm>
            <a:prstGeom prst="rect">
              <a:avLst/>
            </a:prstGeom>
            <a:noFill/>
            <a:ln>
              <a:noFill/>
            </a:ln>
          </p:spPr>
        </p:pic>
        <p:pic>
          <p:nvPicPr>
            <p:cNvPr id="339" name="Google Shape;339;g31f93b5154a_0_31"/>
            <p:cNvPicPr preferRelativeResize="0"/>
            <p:nvPr/>
          </p:nvPicPr>
          <p:blipFill rotWithShape="1">
            <a:blip r:embed="rId4">
              <a:alphaModFix/>
            </a:blip>
            <a:srcRect b="50811" l="0" r="0" t="4102"/>
            <a:stretch/>
          </p:blipFill>
          <p:spPr>
            <a:xfrm>
              <a:off x="7707713" y="4528712"/>
              <a:ext cx="1436134" cy="603372"/>
            </a:xfrm>
            <a:prstGeom prst="rect">
              <a:avLst/>
            </a:prstGeom>
            <a:noFill/>
            <a:ln>
              <a:noFill/>
            </a:ln>
          </p:spPr>
        </p:pic>
        <p:pic>
          <p:nvPicPr>
            <p:cNvPr id="340" name="Google Shape;340;g31f93b5154a_0_31"/>
            <p:cNvPicPr preferRelativeResize="0"/>
            <p:nvPr/>
          </p:nvPicPr>
          <p:blipFill rotWithShape="1">
            <a:blip r:embed="rId4">
              <a:alphaModFix/>
            </a:blip>
            <a:srcRect b="30035" l="5519" r="50850" t="-5104"/>
            <a:stretch/>
          </p:blipFill>
          <p:spPr>
            <a:xfrm>
              <a:off x="8183597" y="3966058"/>
              <a:ext cx="734332" cy="1177438"/>
            </a:xfrm>
            <a:prstGeom prst="rect">
              <a:avLst/>
            </a:prstGeom>
            <a:noFill/>
            <a:ln>
              <a:noFill/>
            </a:ln>
          </p:spPr>
        </p:pic>
        <p:pic>
          <p:nvPicPr>
            <p:cNvPr id="341" name="Google Shape;341;g31f93b5154a_0_31"/>
            <p:cNvPicPr preferRelativeResize="0"/>
            <p:nvPr/>
          </p:nvPicPr>
          <p:blipFill rotWithShape="1">
            <a:blip r:embed="rId5">
              <a:alphaModFix/>
            </a:blip>
            <a:srcRect b="50443" l="0" r="0" t="0"/>
            <a:stretch/>
          </p:blipFill>
          <p:spPr>
            <a:xfrm>
              <a:off x="8229831" y="4721393"/>
              <a:ext cx="914010" cy="422103"/>
            </a:xfrm>
            <a:prstGeom prst="rect">
              <a:avLst/>
            </a:prstGeom>
            <a:noFill/>
            <a:ln>
              <a:noFill/>
            </a:ln>
          </p:spPr>
        </p:pic>
        <p:pic>
          <p:nvPicPr>
            <p:cNvPr id="342" name="Google Shape;342;g31f93b5154a_0_31"/>
            <p:cNvPicPr preferRelativeResize="0"/>
            <p:nvPr/>
          </p:nvPicPr>
          <p:blipFill rotWithShape="1">
            <a:blip r:embed="rId5">
              <a:alphaModFix/>
            </a:blip>
            <a:srcRect b="50443" l="0" r="0" t="0"/>
            <a:stretch/>
          </p:blipFill>
          <p:spPr>
            <a:xfrm>
              <a:off x="6705481" y="4898219"/>
              <a:ext cx="531119" cy="245262"/>
            </a:xfrm>
            <a:prstGeom prst="rect">
              <a:avLst/>
            </a:prstGeom>
            <a:noFill/>
            <a:ln>
              <a:noFill/>
            </a:ln>
          </p:spPr>
        </p:pic>
        <p:pic>
          <p:nvPicPr>
            <p:cNvPr id="343" name="Google Shape;343;g31f93b5154a_0_31"/>
            <p:cNvPicPr preferRelativeResize="0"/>
            <p:nvPr/>
          </p:nvPicPr>
          <p:blipFill rotWithShape="1">
            <a:blip r:embed="rId3">
              <a:alphaModFix/>
            </a:blip>
            <a:srcRect b="50881" l="11254" r="13011" t="0"/>
            <a:stretch/>
          </p:blipFill>
          <p:spPr>
            <a:xfrm>
              <a:off x="7803844" y="4648674"/>
              <a:ext cx="892023" cy="494826"/>
            </a:xfrm>
            <a:prstGeom prst="rect">
              <a:avLst/>
            </a:prstGeom>
            <a:noFill/>
            <a:ln>
              <a:noFill/>
            </a:ln>
          </p:spPr>
        </p:pic>
      </p:grpSp>
      <p:grpSp>
        <p:nvGrpSpPr>
          <p:cNvPr id="344" name="Google Shape;344;g31f93b5154a_0_31"/>
          <p:cNvGrpSpPr/>
          <p:nvPr/>
        </p:nvGrpSpPr>
        <p:grpSpPr>
          <a:xfrm>
            <a:off x="-6" y="8"/>
            <a:ext cx="2951478" cy="1631592"/>
            <a:chOff x="-6" y="8"/>
            <a:chExt cx="2951478" cy="1631592"/>
          </a:xfrm>
        </p:grpSpPr>
        <p:pic>
          <p:nvPicPr>
            <p:cNvPr id="345" name="Google Shape;345;g31f93b5154a_0_31"/>
            <p:cNvPicPr preferRelativeResize="0"/>
            <p:nvPr/>
          </p:nvPicPr>
          <p:blipFill rotWithShape="1">
            <a:blip r:embed="rId4">
              <a:alphaModFix/>
            </a:blip>
            <a:srcRect b="30035" l="17266" r="0" t="-5104"/>
            <a:stretch/>
          </p:blipFill>
          <p:spPr>
            <a:xfrm rot="10800000">
              <a:off x="1381134" y="22"/>
              <a:ext cx="1570338" cy="1327744"/>
            </a:xfrm>
            <a:prstGeom prst="rect">
              <a:avLst/>
            </a:prstGeom>
            <a:noFill/>
            <a:ln>
              <a:noFill/>
            </a:ln>
          </p:spPr>
        </p:pic>
        <p:pic>
          <p:nvPicPr>
            <p:cNvPr id="346" name="Google Shape;346;g31f93b5154a_0_31"/>
            <p:cNvPicPr preferRelativeResize="0"/>
            <p:nvPr/>
          </p:nvPicPr>
          <p:blipFill rotWithShape="1">
            <a:blip r:embed="rId3">
              <a:alphaModFix/>
            </a:blip>
            <a:srcRect b="50881" l="11254" r="13011" t="0"/>
            <a:stretch/>
          </p:blipFill>
          <p:spPr>
            <a:xfrm rot="10800000">
              <a:off x="1009524" y="15842"/>
              <a:ext cx="1507329" cy="836092"/>
            </a:xfrm>
            <a:prstGeom prst="rect">
              <a:avLst/>
            </a:prstGeom>
            <a:noFill/>
            <a:ln>
              <a:noFill/>
            </a:ln>
          </p:spPr>
        </p:pic>
        <p:pic>
          <p:nvPicPr>
            <p:cNvPr id="347" name="Google Shape;347;g31f93b5154a_0_31"/>
            <p:cNvPicPr preferRelativeResize="0"/>
            <p:nvPr/>
          </p:nvPicPr>
          <p:blipFill rotWithShape="1">
            <a:blip r:embed="rId4">
              <a:alphaModFix/>
            </a:blip>
            <a:srcRect b="50811" l="0" r="0" t="4102"/>
            <a:stretch/>
          </p:blipFill>
          <p:spPr>
            <a:xfrm rot="10800000">
              <a:off x="-2" y="15839"/>
              <a:ext cx="1990195" cy="836092"/>
            </a:xfrm>
            <a:prstGeom prst="rect">
              <a:avLst/>
            </a:prstGeom>
            <a:noFill/>
            <a:ln>
              <a:noFill/>
            </a:ln>
          </p:spPr>
        </p:pic>
        <p:pic>
          <p:nvPicPr>
            <p:cNvPr id="348" name="Google Shape;348;g31f93b5154a_0_31"/>
            <p:cNvPicPr preferRelativeResize="0"/>
            <p:nvPr/>
          </p:nvPicPr>
          <p:blipFill rotWithShape="1">
            <a:blip r:embed="rId4">
              <a:alphaModFix/>
            </a:blip>
            <a:srcRect b="30035" l="5516" r="37551" t="-5104"/>
            <a:stretch/>
          </p:blipFill>
          <p:spPr>
            <a:xfrm rot="10800000">
              <a:off x="2735" y="28"/>
              <a:ext cx="1327977" cy="1631572"/>
            </a:xfrm>
            <a:prstGeom prst="rect">
              <a:avLst/>
            </a:prstGeom>
            <a:noFill/>
            <a:ln>
              <a:noFill/>
            </a:ln>
          </p:spPr>
        </p:pic>
        <p:pic>
          <p:nvPicPr>
            <p:cNvPr id="349" name="Google Shape;349;g31f93b5154a_0_31"/>
            <p:cNvPicPr preferRelativeResize="0"/>
            <p:nvPr/>
          </p:nvPicPr>
          <p:blipFill rotWithShape="1">
            <a:blip r:embed="rId4">
              <a:alphaModFix/>
            </a:blip>
            <a:srcRect b="30035" l="5517" r="0" t="-5104"/>
            <a:stretch/>
          </p:blipFill>
          <p:spPr>
            <a:xfrm rot="10800000">
              <a:off x="225904" y="9"/>
              <a:ext cx="1409571" cy="1043655"/>
            </a:xfrm>
            <a:prstGeom prst="rect">
              <a:avLst/>
            </a:prstGeom>
            <a:noFill/>
            <a:ln>
              <a:noFill/>
            </a:ln>
          </p:spPr>
        </p:pic>
        <p:pic>
          <p:nvPicPr>
            <p:cNvPr id="350" name="Google Shape;350;g31f93b5154a_0_31"/>
            <p:cNvPicPr preferRelativeResize="0"/>
            <p:nvPr/>
          </p:nvPicPr>
          <p:blipFill rotWithShape="1">
            <a:blip r:embed="rId3">
              <a:alphaModFix/>
            </a:blip>
            <a:srcRect b="50881" l="11254" r="13011" t="0"/>
            <a:stretch/>
          </p:blipFill>
          <p:spPr>
            <a:xfrm rot="10800000">
              <a:off x="728472" y="11426"/>
              <a:ext cx="1087696" cy="603372"/>
            </a:xfrm>
            <a:prstGeom prst="rect">
              <a:avLst/>
            </a:prstGeom>
            <a:noFill/>
            <a:ln>
              <a:noFill/>
            </a:ln>
          </p:spPr>
        </p:pic>
        <p:pic>
          <p:nvPicPr>
            <p:cNvPr id="351" name="Google Shape;351;g31f93b5154a_0_31"/>
            <p:cNvPicPr preferRelativeResize="0"/>
            <p:nvPr/>
          </p:nvPicPr>
          <p:blipFill rotWithShape="1">
            <a:blip r:embed="rId4">
              <a:alphaModFix/>
            </a:blip>
            <a:srcRect b="50811" l="0" r="0" t="4102"/>
            <a:stretch/>
          </p:blipFill>
          <p:spPr>
            <a:xfrm rot="10800000">
              <a:off x="-6" y="11423"/>
              <a:ext cx="1436134" cy="603372"/>
            </a:xfrm>
            <a:prstGeom prst="rect">
              <a:avLst/>
            </a:prstGeom>
            <a:noFill/>
            <a:ln>
              <a:noFill/>
            </a:ln>
          </p:spPr>
        </p:pic>
        <p:pic>
          <p:nvPicPr>
            <p:cNvPr id="352" name="Google Shape;352;g31f93b5154a_0_31"/>
            <p:cNvPicPr preferRelativeResize="0"/>
            <p:nvPr/>
          </p:nvPicPr>
          <p:blipFill rotWithShape="1">
            <a:blip r:embed="rId4">
              <a:alphaModFix/>
            </a:blip>
            <a:srcRect b="30035" l="5519" r="50850" t="-5104"/>
            <a:stretch/>
          </p:blipFill>
          <p:spPr>
            <a:xfrm rot="10800000">
              <a:off x="225912" y="12"/>
              <a:ext cx="734332" cy="1177438"/>
            </a:xfrm>
            <a:prstGeom prst="rect">
              <a:avLst/>
            </a:prstGeom>
            <a:noFill/>
            <a:ln>
              <a:noFill/>
            </a:ln>
          </p:spPr>
        </p:pic>
        <p:pic>
          <p:nvPicPr>
            <p:cNvPr id="353" name="Google Shape;353;g31f93b5154a_0_31"/>
            <p:cNvPicPr preferRelativeResize="0"/>
            <p:nvPr/>
          </p:nvPicPr>
          <p:blipFill rotWithShape="1">
            <a:blip r:embed="rId5">
              <a:alphaModFix/>
            </a:blip>
            <a:srcRect b="50443" l="0" r="0" t="0"/>
            <a:stretch/>
          </p:blipFill>
          <p:spPr>
            <a:xfrm rot="10800000">
              <a:off x="1907241" y="27"/>
              <a:ext cx="531119" cy="245262"/>
            </a:xfrm>
            <a:prstGeom prst="rect">
              <a:avLst/>
            </a:prstGeom>
            <a:noFill/>
            <a:ln>
              <a:noFill/>
            </a:ln>
          </p:spPr>
        </p:pic>
        <p:pic>
          <p:nvPicPr>
            <p:cNvPr id="354" name="Google Shape;354;g31f93b5154a_0_31"/>
            <p:cNvPicPr preferRelativeResize="0"/>
            <p:nvPr/>
          </p:nvPicPr>
          <p:blipFill rotWithShape="1">
            <a:blip r:embed="rId5">
              <a:alphaModFix/>
            </a:blip>
            <a:srcRect b="50443" l="0" r="0" t="0"/>
            <a:stretch/>
          </p:blipFill>
          <p:spPr>
            <a:xfrm rot="10800000">
              <a:off x="723568" y="25"/>
              <a:ext cx="1266634" cy="584908"/>
            </a:xfrm>
            <a:prstGeom prst="rect">
              <a:avLst/>
            </a:prstGeom>
            <a:noFill/>
            <a:ln>
              <a:noFill/>
            </a:ln>
          </p:spPr>
        </p:pic>
        <p:pic>
          <p:nvPicPr>
            <p:cNvPr id="355" name="Google Shape;355;g31f93b5154a_0_31"/>
            <p:cNvPicPr preferRelativeResize="0"/>
            <p:nvPr/>
          </p:nvPicPr>
          <p:blipFill rotWithShape="1">
            <a:blip r:embed="rId3">
              <a:alphaModFix/>
            </a:blip>
            <a:srcRect b="50881" l="11254" r="13011" t="0"/>
            <a:stretch/>
          </p:blipFill>
          <p:spPr>
            <a:xfrm rot="10800000">
              <a:off x="447974" y="8"/>
              <a:ext cx="892023" cy="494826"/>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grpSp>
        <p:nvGrpSpPr>
          <p:cNvPr id="360" name="Google Shape;360;g31f93b5154a_0_66"/>
          <p:cNvGrpSpPr/>
          <p:nvPr/>
        </p:nvGrpSpPr>
        <p:grpSpPr>
          <a:xfrm>
            <a:off x="6626988" y="3511908"/>
            <a:ext cx="2516859" cy="1631592"/>
            <a:chOff x="6626988" y="3511908"/>
            <a:chExt cx="2516859" cy="1631592"/>
          </a:xfrm>
        </p:grpSpPr>
        <p:pic>
          <p:nvPicPr>
            <p:cNvPr id="361" name="Google Shape;361;g31f93b5154a_0_66"/>
            <p:cNvPicPr preferRelativeResize="0"/>
            <p:nvPr/>
          </p:nvPicPr>
          <p:blipFill rotWithShape="1">
            <a:blip r:embed="rId3">
              <a:alphaModFix/>
            </a:blip>
            <a:srcRect b="50881" l="11254" r="13011" t="0"/>
            <a:stretch/>
          </p:blipFill>
          <p:spPr>
            <a:xfrm>
              <a:off x="6626988" y="4291573"/>
              <a:ext cx="1507329" cy="836092"/>
            </a:xfrm>
            <a:prstGeom prst="rect">
              <a:avLst/>
            </a:prstGeom>
            <a:noFill/>
            <a:ln>
              <a:noFill/>
            </a:ln>
          </p:spPr>
        </p:pic>
        <p:pic>
          <p:nvPicPr>
            <p:cNvPr id="362" name="Google Shape;362;g31f93b5154a_0_66"/>
            <p:cNvPicPr preferRelativeResize="0"/>
            <p:nvPr/>
          </p:nvPicPr>
          <p:blipFill rotWithShape="1">
            <a:blip r:embed="rId4">
              <a:alphaModFix/>
            </a:blip>
            <a:srcRect b="50811" l="0" r="0" t="4102"/>
            <a:stretch/>
          </p:blipFill>
          <p:spPr>
            <a:xfrm>
              <a:off x="7153648" y="4291577"/>
              <a:ext cx="1990195" cy="836092"/>
            </a:xfrm>
            <a:prstGeom prst="rect">
              <a:avLst/>
            </a:prstGeom>
            <a:noFill/>
            <a:ln>
              <a:noFill/>
            </a:ln>
          </p:spPr>
        </p:pic>
        <p:pic>
          <p:nvPicPr>
            <p:cNvPr id="363" name="Google Shape;363;g31f93b5154a_0_66"/>
            <p:cNvPicPr preferRelativeResize="0"/>
            <p:nvPr/>
          </p:nvPicPr>
          <p:blipFill rotWithShape="1">
            <a:blip r:embed="rId4">
              <a:alphaModFix/>
            </a:blip>
            <a:srcRect b="30035" l="5516" r="37551" t="-5104"/>
            <a:stretch/>
          </p:blipFill>
          <p:spPr>
            <a:xfrm>
              <a:off x="7813129" y="3511908"/>
              <a:ext cx="1327977" cy="1631572"/>
            </a:xfrm>
            <a:prstGeom prst="rect">
              <a:avLst/>
            </a:prstGeom>
            <a:noFill/>
            <a:ln>
              <a:noFill/>
            </a:ln>
          </p:spPr>
        </p:pic>
        <p:pic>
          <p:nvPicPr>
            <p:cNvPr id="364" name="Google Shape;364;g31f93b5154a_0_66"/>
            <p:cNvPicPr preferRelativeResize="0"/>
            <p:nvPr/>
          </p:nvPicPr>
          <p:blipFill rotWithShape="1">
            <a:blip r:embed="rId4">
              <a:alphaModFix/>
            </a:blip>
            <a:srcRect b="30035" l="5517" r="0" t="-5104"/>
            <a:stretch/>
          </p:blipFill>
          <p:spPr>
            <a:xfrm>
              <a:off x="7508365" y="4099843"/>
              <a:ext cx="1409571" cy="1043655"/>
            </a:xfrm>
            <a:prstGeom prst="rect">
              <a:avLst/>
            </a:prstGeom>
            <a:noFill/>
            <a:ln>
              <a:noFill/>
            </a:ln>
          </p:spPr>
        </p:pic>
        <p:pic>
          <p:nvPicPr>
            <p:cNvPr id="365" name="Google Shape;365;g31f93b5154a_0_66"/>
            <p:cNvPicPr preferRelativeResize="0"/>
            <p:nvPr/>
          </p:nvPicPr>
          <p:blipFill rotWithShape="1">
            <a:blip r:embed="rId3">
              <a:alphaModFix/>
            </a:blip>
            <a:srcRect b="50881" l="11254" r="13011" t="0"/>
            <a:stretch/>
          </p:blipFill>
          <p:spPr>
            <a:xfrm>
              <a:off x="7327672" y="4528710"/>
              <a:ext cx="1087696" cy="603372"/>
            </a:xfrm>
            <a:prstGeom prst="rect">
              <a:avLst/>
            </a:prstGeom>
            <a:noFill/>
            <a:ln>
              <a:noFill/>
            </a:ln>
          </p:spPr>
        </p:pic>
        <p:pic>
          <p:nvPicPr>
            <p:cNvPr id="366" name="Google Shape;366;g31f93b5154a_0_66"/>
            <p:cNvPicPr preferRelativeResize="0"/>
            <p:nvPr/>
          </p:nvPicPr>
          <p:blipFill rotWithShape="1">
            <a:blip r:embed="rId4">
              <a:alphaModFix/>
            </a:blip>
            <a:srcRect b="50811" l="0" r="0" t="4102"/>
            <a:stretch/>
          </p:blipFill>
          <p:spPr>
            <a:xfrm>
              <a:off x="7707713" y="4528712"/>
              <a:ext cx="1436134" cy="603372"/>
            </a:xfrm>
            <a:prstGeom prst="rect">
              <a:avLst/>
            </a:prstGeom>
            <a:noFill/>
            <a:ln>
              <a:noFill/>
            </a:ln>
          </p:spPr>
        </p:pic>
        <p:pic>
          <p:nvPicPr>
            <p:cNvPr id="367" name="Google Shape;367;g31f93b5154a_0_66"/>
            <p:cNvPicPr preferRelativeResize="0"/>
            <p:nvPr/>
          </p:nvPicPr>
          <p:blipFill rotWithShape="1">
            <a:blip r:embed="rId4">
              <a:alphaModFix/>
            </a:blip>
            <a:srcRect b="30035" l="5519" r="50850" t="-5104"/>
            <a:stretch/>
          </p:blipFill>
          <p:spPr>
            <a:xfrm>
              <a:off x="8183597" y="3966058"/>
              <a:ext cx="734332" cy="1177438"/>
            </a:xfrm>
            <a:prstGeom prst="rect">
              <a:avLst/>
            </a:prstGeom>
            <a:noFill/>
            <a:ln>
              <a:noFill/>
            </a:ln>
          </p:spPr>
        </p:pic>
        <p:pic>
          <p:nvPicPr>
            <p:cNvPr id="368" name="Google Shape;368;g31f93b5154a_0_66"/>
            <p:cNvPicPr preferRelativeResize="0"/>
            <p:nvPr/>
          </p:nvPicPr>
          <p:blipFill rotWithShape="1">
            <a:blip r:embed="rId5">
              <a:alphaModFix/>
            </a:blip>
            <a:srcRect b="50443" l="0" r="0" t="0"/>
            <a:stretch/>
          </p:blipFill>
          <p:spPr>
            <a:xfrm>
              <a:off x="8229831" y="4721393"/>
              <a:ext cx="914010" cy="422103"/>
            </a:xfrm>
            <a:prstGeom prst="rect">
              <a:avLst/>
            </a:prstGeom>
            <a:noFill/>
            <a:ln>
              <a:noFill/>
            </a:ln>
          </p:spPr>
        </p:pic>
        <p:pic>
          <p:nvPicPr>
            <p:cNvPr id="369" name="Google Shape;369;g31f93b5154a_0_66"/>
            <p:cNvPicPr preferRelativeResize="0"/>
            <p:nvPr/>
          </p:nvPicPr>
          <p:blipFill rotWithShape="1">
            <a:blip r:embed="rId5">
              <a:alphaModFix/>
            </a:blip>
            <a:srcRect b="50443" l="0" r="0" t="0"/>
            <a:stretch/>
          </p:blipFill>
          <p:spPr>
            <a:xfrm>
              <a:off x="6705481" y="4898219"/>
              <a:ext cx="531119" cy="245262"/>
            </a:xfrm>
            <a:prstGeom prst="rect">
              <a:avLst/>
            </a:prstGeom>
            <a:noFill/>
            <a:ln>
              <a:noFill/>
            </a:ln>
          </p:spPr>
        </p:pic>
        <p:pic>
          <p:nvPicPr>
            <p:cNvPr id="370" name="Google Shape;370;g31f93b5154a_0_66"/>
            <p:cNvPicPr preferRelativeResize="0"/>
            <p:nvPr/>
          </p:nvPicPr>
          <p:blipFill rotWithShape="1">
            <a:blip r:embed="rId3">
              <a:alphaModFix/>
            </a:blip>
            <a:srcRect b="50881" l="11254" r="13011" t="0"/>
            <a:stretch/>
          </p:blipFill>
          <p:spPr>
            <a:xfrm>
              <a:off x="7803844" y="4648674"/>
              <a:ext cx="892023" cy="494826"/>
            </a:xfrm>
            <a:prstGeom prst="rect">
              <a:avLst/>
            </a:prstGeom>
            <a:noFill/>
            <a:ln>
              <a:noFill/>
            </a:ln>
          </p:spPr>
        </p:pic>
      </p:grpSp>
      <p:grpSp>
        <p:nvGrpSpPr>
          <p:cNvPr id="371" name="Google Shape;371;g31f93b5154a_0_66"/>
          <p:cNvGrpSpPr/>
          <p:nvPr/>
        </p:nvGrpSpPr>
        <p:grpSpPr>
          <a:xfrm>
            <a:off x="-6" y="8"/>
            <a:ext cx="2951478" cy="1631592"/>
            <a:chOff x="-6" y="8"/>
            <a:chExt cx="2951478" cy="1631592"/>
          </a:xfrm>
        </p:grpSpPr>
        <p:pic>
          <p:nvPicPr>
            <p:cNvPr id="372" name="Google Shape;372;g31f93b5154a_0_66"/>
            <p:cNvPicPr preferRelativeResize="0"/>
            <p:nvPr/>
          </p:nvPicPr>
          <p:blipFill rotWithShape="1">
            <a:blip r:embed="rId4">
              <a:alphaModFix/>
            </a:blip>
            <a:srcRect b="30035" l="17266" r="0" t="-5104"/>
            <a:stretch/>
          </p:blipFill>
          <p:spPr>
            <a:xfrm rot="10800000">
              <a:off x="1381134" y="22"/>
              <a:ext cx="1570338" cy="1327744"/>
            </a:xfrm>
            <a:prstGeom prst="rect">
              <a:avLst/>
            </a:prstGeom>
            <a:noFill/>
            <a:ln>
              <a:noFill/>
            </a:ln>
          </p:spPr>
        </p:pic>
        <p:pic>
          <p:nvPicPr>
            <p:cNvPr id="373" name="Google Shape;373;g31f93b5154a_0_66"/>
            <p:cNvPicPr preferRelativeResize="0"/>
            <p:nvPr/>
          </p:nvPicPr>
          <p:blipFill rotWithShape="1">
            <a:blip r:embed="rId3">
              <a:alphaModFix/>
            </a:blip>
            <a:srcRect b="50881" l="11254" r="13011" t="0"/>
            <a:stretch/>
          </p:blipFill>
          <p:spPr>
            <a:xfrm rot="10800000">
              <a:off x="1009524" y="15842"/>
              <a:ext cx="1507329" cy="836092"/>
            </a:xfrm>
            <a:prstGeom prst="rect">
              <a:avLst/>
            </a:prstGeom>
            <a:noFill/>
            <a:ln>
              <a:noFill/>
            </a:ln>
          </p:spPr>
        </p:pic>
        <p:pic>
          <p:nvPicPr>
            <p:cNvPr id="374" name="Google Shape;374;g31f93b5154a_0_66"/>
            <p:cNvPicPr preferRelativeResize="0"/>
            <p:nvPr/>
          </p:nvPicPr>
          <p:blipFill rotWithShape="1">
            <a:blip r:embed="rId4">
              <a:alphaModFix/>
            </a:blip>
            <a:srcRect b="50811" l="0" r="0" t="4102"/>
            <a:stretch/>
          </p:blipFill>
          <p:spPr>
            <a:xfrm rot="10800000">
              <a:off x="-2" y="15839"/>
              <a:ext cx="1990195" cy="836092"/>
            </a:xfrm>
            <a:prstGeom prst="rect">
              <a:avLst/>
            </a:prstGeom>
            <a:noFill/>
            <a:ln>
              <a:noFill/>
            </a:ln>
          </p:spPr>
        </p:pic>
        <p:pic>
          <p:nvPicPr>
            <p:cNvPr id="375" name="Google Shape;375;g31f93b5154a_0_66"/>
            <p:cNvPicPr preferRelativeResize="0"/>
            <p:nvPr/>
          </p:nvPicPr>
          <p:blipFill rotWithShape="1">
            <a:blip r:embed="rId4">
              <a:alphaModFix/>
            </a:blip>
            <a:srcRect b="30035" l="5516" r="37551" t="-5104"/>
            <a:stretch/>
          </p:blipFill>
          <p:spPr>
            <a:xfrm rot="10800000">
              <a:off x="2735" y="28"/>
              <a:ext cx="1327977" cy="1631572"/>
            </a:xfrm>
            <a:prstGeom prst="rect">
              <a:avLst/>
            </a:prstGeom>
            <a:noFill/>
            <a:ln>
              <a:noFill/>
            </a:ln>
          </p:spPr>
        </p:pic>
        <p:pic>
          <p:nvPicPr>
            <p:cNvPr id="376" name="Google Shape;376;g31f93b5154a_0_66"/>
            <p:cNvPicPr preferRelativeResize="0"/>
            <p:nvPr/>
          </p:nvPicPr>
          <p:blipFill rotWithShape="1">
            <a:blip r:embed="rId4">
              <a:alphaModFix/>
            </a:blip>
            <a:srcRect b="30035" l="5517" r="0" t="-5104"/>
            <a:stretch/>
          </p:blipFill>
          <p:spPr>
            <a:xfrm rot="10800000">
              <a:off x="225904" y="9"/>
              <a:ext cx="1409571" cy="1043655"/>
            </a:xfrm>
            <a:prstGeom prst="rect">
              <a:avLst/>
            </a:prstGeom>
            <a:noFill/>
            <a:ln>
              <a:noFill/>
            </a:ln>
          </p:spPr>
        </p:pic>
        <p:pic>
          <p:nvPicPr>
            <p:cNvPr id="377" name="Google Shape;377;g31f93b5154a_0_66"/>
            <p:cNvPicPr preferRelativeResize="0"/>
            <p:nvPr/>
          </p:nvPicPr>
          <p:blipFill rotWithShape="1">
            <a:blip r:embed="rId3">
              <a:alphaModFix/>
            </a:blip>
            <a:srcRect b="50881" l="11254" r="13011" t="0"/>
            <a:stretch/>
          </p:blipFill>
          <p:spPr>
            <a:xfrm rot="10800000">
              <a:off x="728472" y="11426"/>
              <a:ext cx="1087696" cy="603372"/>
            </a:xfrm>
            <a:prstGeom prst="rect">
              <a:avLst/>
            </a:prstGeom>
            <a:noFill/>
            <a:ln>
              <a:noFill/>
            </a:ln>
          </p:spPr>
        </p:pic>
        <p:pic>
          <p:nvPicPr>
            <p:cNvPr id="378" name="Google Shape;378;g31f93b5154a_0_66"/>
            <p:cNvPicPr preferRelativeResize="0"/>
            <p:nvPr/>
          </p:nvPicPr>
          <p:blipFill rotWithShape="1">
            <a:blip r:embed="rId4">
              <a:alphaModFix/>
            </a:blip>
            <a:srcRect b="50811" l="0" r="0" t="4102"/>
            <a:stretch/>
          </p:blipFill>
          <p:spPr>
            <a:xfrm rot="10800000">
              <a:off x="-6" y="11423"/>
              <a:ext cx="1436134" cy="603372"/>
            </a:xfrm>
            <a:prstGeom prst="rect">
              <a:avLst/>
            </a:prstGeom>
            <a:noFill/>
            <a:ln>
              <a:noFill/>
            </a:ln>
          </p:spPr>
        </p:pic>
        <p:pic>
          <p:nvPicPr>
            <p:cNvPr id="379" name="Google Shape;379;g31f93b5154a_0_66"/>
            <p:cNvPicPr preferRelativeResize="0"/>
            <p:nvPr/>
          </p:nvPicPr>
          <p:blipFill rotWithShape="1">
            <a:blip r:embed="rId4">
              <a:alphaModFix/>
            </a:blip>
            <a:srcRect b="30035" l="5519" r="50850" t="-5104"/>
            <a:stretch/>
          </p:blipFill>
          <p:spPr>
            <a:xfrm rot="10800000">
              <a:off x="225912" y="12"/>
              <a:ext cx="734332" cy="1177438"/>
            </a:xfrm>
            <a:prstGeom prst="rect">
              <a:avLst/>
            </a:prstGeom>
            <a:noFill/>
            <a:ln>
              <a:noFill/>
            </a:ln>
          </p:spPr>
        </p:pic>
        <p:pic>
          <p:nvPicPr>
            <p:cNvPr id="380" name="Google Shape;380;g31f93b5154a_0_66"/>
            <p:cNvPicPr preferRelativeResize="0"/>
            <p:nvPr/>
          </p:nvPicPr>
          <p:blipFill rotWithShape="1">
            <a:blip r:embed="rId5">
              <a:alphaModFix/>
            </a:blip>
            <a:srcRect b="50443" l="0" r="0" t="0"/>
            <a:stretch/>
          </p:blipFill>
          <p:spPr>
            <a:xfrm rot="10800000">
              <a:off x="1907241" y="27"/>
              <a:ext cx="531119" cy="245262"/>
            </a:xfrm>
            <a:prstGeom prst="rect">
              <a:avLst/>
            </a:prstGeom>
            <a:noFill/>
            <a:ln>
              <a:noFill/>
            </a:ln>
          </p:spPr>
        </p:pic>
        <p:pic>
          <p:nvPicPr>
            <p:cNvPr id="381" name="Google Shape;381;g31f93b5154a_0_66"/>
            <p:cNvPicPr preferRelativeResize="0"/>
            <p:nvPr/>
          </p:nvPicPr>
          <p:blipFill rotWithShape="1">
            <a:blip r:embed="rId5">
              <a:alphaModFix/>
            </a:blip>
            <a:srcRect b="50443" l="0" r="0" t="0"/>
            <a:stretch/>
          </p:blipFill>
          <p:spPr>
            <a:xfrm rot="10800000">
              <a:off x="723568" y="25"/>
              <a:ext cx="1266634" cy="584908"/>
            </a:xfrm>
            <a:prstGeom prst="rect">
              <a:avLst/>
            </a:prstGeom>
            <a:noFill/>
            <a:ln>
              <a:noFill/>
            </a:ln>
          </p:spPr>
        </p:pic>
        <p:pic>
          <p:nvPicPr>
            <p:cNvPr id="382" name="Google Shape;382;g31f93b5154a_0_66"/>
            <p:cNvPicPr preferRelativeResize="0"/>
            <p:nvPr/>
          </p:nvPicPr>
          <p:blipFill rotWithShape="1">
            <a:blip r:embed="rId3">
              <a:alphaModFix/>
            </a:blip>
            <a:srcRect b="50881" l="11254" r="13011" t="0"/>
            <a:stretch/>
          </p:blipFill>
          <p:spPr>
            <a:xfrm rot="10800000">
              <a:off x="447974" y="8"/>
              <a:ext cx="892023" cy="494826"/>
            </a:xfrm>
            <a:prstGeom prst="rect">
              <a:avLst/>
            </a:prstGeom>
            <a:noFill/>
            <a:ln>
              <a:noFill/>
            </a:ln>
          </p:spPr>
        </p:pic>
      </p:grpSp>
      <p:pic>
        <p:nvPicPr>
          <p:cNvPr id="383" name="Google Shape;383;g31f93b5154a_0_66"/>
          <p:cNvPicPr preferRelativeResize="0"/>
          <p:nvPr/>
        </p:nvPicPr>
        <p:blipFill>
          <a:blip r:embed="rId6">
            <a:alphaModFix/>
          </a:blip>
          <a:stretch>
            <a:fillRect/>
          </a:stretch>
        </p:blipFill>
        <p:spPr>
          <a:xfrm>
            <a:off x="-150" y="0"/>
            <a:ext cx="9144001" cy="1655641"/>
          </a:xfrm>
          <a:prstGeom prst="rect">
            <a:avLst/>
          </a:prstGeom>
          <a:noFill/>
          <a:ln>
            <a:noFill/>
          </a:ln>
        </p:spPr>
      </p:pic>
      <p:pic>
        <p:nvPicPr>
          <p:cNvPr id="384" name="Google Shape;384;g31f93b5154a_0_66"/>
          <p:cNvPicPr preferRelativeResize="0"/>
          <p:nvPr/>
        </p:nvPicPr>
        <p:blipFill>
          <a:blip r:embed="rId7">
            <a:alphaModFix/>
          </a:blip>
          <a:stretch>
            <a:fillRect/>
          </a:stretch>
        </p:blipFill>
        <p:spPr>
          <a:xfrm>
            <a:off x="-150" y="1877775"/>
            <a:ext cx="9144001" cy="326571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grpSp>
        <p:nvGrpSpPr>
          <p:cNvPr id="389" name="Google Shape;389;g31f93b5154a_0_101"/>
          <p:cNvGrpSpPr/>
          <p:nvPr/>
        </p:nvGrpSpPr>
        <p:grpSpPr>
          <a:xfrm>
            <a:off x="6817626" y="1297642"/>
            <a:ext cx="2326375" cy="3885008"/>
            <a:chOff x="6817626" y="1297642"/>
            <a:chExt cx="2326375" cy="3885008"/>
          </a:xfrm>
        </p:grpSpPr>
        <p:pic>
          <p:nvPicPr>
            <p:cNvPr id="390" name="Google Shape;390;g31f93b5154a_0_101"/>
            <p:cNvPicPr preferRelativeResize="0"/>
            <p:nvPr/>
          </p:nvPicPr>
          <p:blipFill rotWithShape="1">
            <a:blip r:embed="rId3">
              <a:alphaModFix/>
            </a:blip>
            <a:srcRect b="64000" l="17266" r="0" t="-5105"/>
            <a:stretch/>
          </p:blipFill>
          <p:spPr>
            <a:xfrm rot="-5400000">
              <a:off x="7131375" y="3170050"/>
              <a:ext cx="2751375" cy="1273825"/>
            </a:xfrm>
            <a:prstGeom prst="rect">
              <a:avLst/>
            </a:prstGeom>
            <a:noFill/>
            <a:ln>
              <a:noFill/>
            </a:ln>
          </p:spPr>
        </p:pic>
        <p:pic>
          <p:nvPicPr>
            <p:cNvPr id="391" name="Google Shape;391;g31f93b5154a_0_101"/>
            <p:cNvPicPr preferRelativeResize="0"/>
            <p:nvPr/>
          </p:nvPicPr>
          <p:blipFill rotWithShape="1">
            <a:blip r:embed="rId4">
              <a:alphaModFix/>
            </a:blip>
            <a:srcRect b="50881" l="11254" r="13011" t="0"/>
            <a:stretch/>
          </p:blipFill>
          <p:spPr>
            <a:xfrm rot="-5400000">
              <a:off x="7662509" y="1721936"/>
              <a:ext cx="1905760" cy="1057172"/>
            </a:xfrm>
            <a:prstGeom prst="rect">
              <a:avLst/>
            </a:prstGeom>
            <a:noFill/>
            <a:ln>
              <a:noFill/>
            </a:ln>
          </p:spPr>
        </p:pic>
        <p:pic>
          <p:nvPicPr>
            <p:cNvPr id="392" name="Google Shape;392;g31f93b5154a_0_101"/>
            <p:cNvPicPr preferRelativeResize="0"/>
            <p:nvPr/>
          </p:nvPicPr>
          <p:blipFill rotWithShape="1">
            <a:blip r:embed="rId3">
              <a:alphaModFix/>
            </a:blip>
            <a:srcRect b="47012" l="57582" r="12099" t="1038"/>
            <a:stretch/>
          </p:blipFill>
          <p:spPr>
            <a:xfrm rot="-5400000">
              <a:off x="7252225" y="3251753"/>
              <a:ext cx="1457151" cy="2326350"/>
            </a:xfrm>
            <a:prstGeom prst="rect">
              <a:avLst/>
            </a:prstGeom>
            <a:noFill/>
            <a:ln>
              <a:noFill/>
            </a:ln>
          </p:spPr>
        </p:pic>
        <p:pic>
          <p:nvPicPr>
            <p:cNvPr id="393" name="Google Shape;393;g31f93b5154a_0_101"/>
            <p:cNvPicPr preferRelativeResize="0"/>
            <p:nvPr/>
          </p:nvPicPr>
          <p:blipFill rotWithShape="1">
            <a:blip r:embed="rId5">
              <a:alphaModFix/>
            </a:blip>
            <a:srcRect b="50443" l="0" r="0" t="0"/>
            <a:stretch/>
          </p:blipFill>
          <p:spPr>
            <a:xfrm rot="-5400000">
              <a:off x="8463824" y="3592096"/>
              <a:ext cx="930577" cy="429725"/>
            </a:xfrm>
            <a:prstGeom prst="rect">
              <a:avLst/>
            </a:prstGeom>
            <a:noFill/>
            <a:ln>
              <a:noFill/>
            </a:ln>
          </p:spPr>
        </p:pic>
        <p:pic>
          <p:nvPicPr>
            <p:cNvPr id="394" name="Google Shape;394;g31f93b5154a_0_101"/>
            <p:cNvPicPr preferRelativeResize="0"/>
            <p:nvPr/>
          </p:nvPicPr>
          <p:blipFill rotWithShape="1">
            <a:blip r:embed="rId5">
              <a:alphaModFix/>
            </a:blip>
            <a:srcRect b="50443" l="0" r="0" t="0"/>
            <a:stretch/>
          </p:blipFill>
          <p:spPr>
            <a:xfrm rot="-5400000">
              <a:off x="8178413" y="4041863"/>
              <a:ext cx="1321100" cy="610075"/>
            </a:xfrm>
            <a:prstGeom prst="rect">
              <a:avLst/>
            </a:prstGeom>
            <a:noFill/>
            <a:ln>
              <a:noFill/>
            </a:ln>
          </p:spPr>
        </p:pic>
      </p:grpSp>
      <p:grpSp>
        <p:nvGrpSpPr>
          <p:cNvPr id="395" name="Google Shape;395;g31f93b5154a_0_101"/>
          <p:cNvGrpSpPr/>
          <p:nvPr/>
        </p:nvGrpSpPr>
        <p:grpSpPr>
          <a:xfrm>
            <a:off x="0" y="-26"/>
            <a:ext cx="2451069" cy="2989790"/>
            <a:chOff x="-52973" y="-32"/>
            <a:chExt cx="2858723" cy="3487043"/>
          </a:xfrm>
        </p:grpSpPr>
        <p:pic>
          <p:nvPicPr>
            <p:cNvPr id="396" name="Google Shape;396;g31f93b5154a_0_101"/>
            <p:cNvPicPr preferRelativeResize="0"/>
            <p:nvPr/>
          </p:nvPicPr>
          <p:blipFill rotWithShape="1">
            <a:blip r:embed="rId3">
              <a:alphaModFix/>
            </a:blip>
            <a:srcRect b="50811" l="0" r="0" t="4102"/>
            <a:stretch/>
          </p:blipFill>
          <p:spPr>
            <a:xfrm flipH="1" rot="5400000">
              <a:off x="-1036293" y="1011032"/>
              <a:ext cx="3487035" cy="1464923"/>
            </a:xfrm>
            <a:prstGeom prst="rect">
              <a:avLst/>
            </a:prstGeom>
            <a:noFill/>
            <a:ln>
              <a:noFill/>
            </a:ln>
          </p:spPr>
        </p:pic>
        <p:pic>
          <p:nvPicPr>
            <p:cNvPr id="397" name="Google Shape;397;g31f93b5154a_0_101"/>
            <p:cNvPicPr preferRelativeResize="0"/>
            <p:nvPr/>
          </p:nvPicPr>
          <p:blipFill rotWithShape="1">
            <a:blip r:embed="rId3">
              <a:alphaModFix/>
            </a:blip>
            <a:srcRect b="30035" l="5516" r="37551" t="-5104"/>
            <a:stretch/>
          </p:blipFill>
          <p:spPr>
            <a:xfrm flipH="1" rot="5400000">
              <a:off x="213027" y="-261194"/>
              <a:ext cx="2326757" cy="2858688"/>
            </a:xfrm>
            <a:prstGeom prst="rect">
              <a:avLst/>
            </a:prstGeom>
            <a:noFill/>
            <a:ln>
              <a:noFill/>
            </a:ln>
          </p:spPr>
        </p:pic>
        <p:pic>
          <p:nvPicPr>
            <p:cNvPr id="398" name="Google Shape;398;g31f93b5154a_0_101"/>
            <p:cNvPicPr preferRelativeResize="0"/>
            <p:nvPr/>
          </p:nvPicPr>
          <p:blipFill rotWithShape="1">
            <a:blip r:embed="rId3">
              <a:alphaModFix/>
            </a:blip>
            <a:srcRect b="30035" l="5517" r="0" t="-5104"/>
            <a:stretch/>
          </p:blipFill>
          <p:spPr>
            <a:xfrm flipH="1" rot="5400000">
              <a:off x="-373534" y="716351"/>
              <a:ext cx="2469720" cy="1828595"/>
            </a:xfrm>
            <a:prstGeom prst="rect">
              <a:avLst/>
            </a:prstGeom>
            <a:noFill/>
            <a:ln>
              <a:noFill/>
            </a:ln>
          </p:spPr>
        </p:pic>
        <p:pic>
          <p:nvPicPr>
            <p:cNvPr id="399" name="Google Shape;399;g31f93b5154a_0_101"/>
            <p:cNvPicPr preferRelativeResize="0"/>
            <p:nvPr/>
          </p:nvPicPr>
          <p:blipFill rotWithShape="1">
            <a:blip r:embed="rId3">
              <a:alphaModFix/>
            </a:blip>
            <a:srcRect b="50811" l="0" r="0" t="4102"/>
            <a:stretch/>
          </p:blipFill>
          <p:spPr>
            <a:xfrm flipH="1" rot="5400000">
              <a:off x="-762517" y="729513"/>
              <a:ext cx="2516261" cy="1057172"/>
            </a:xfrm>
            <a:prstGeom prst="rect">
              <a:avLst/>
            </a:prstGeom>
            <a:noFill/>
            <a:ln>
              <a:noFill/>
            </a:ln>
          </p:spPr>
        </p:pic>
        <p:pic>
          <p:nvPicPr>
            <p:cNvPr id="400" name="Google Shape;400;g31f93b5154a_0_101"/>
            <p:cNvPicPr preferRelativeResize="0"/>
            <p:nvPr/>
          </p:nvPicPr>
          <p:blipFill rotWithShape="1">
            <a:blip r:embed="rId3">
              <a:alphaModFix/>
            </a:blip>
            <a:srcRect b="30035" l="5519" r="50850" t="-5104"/>
            <a:stretch/>
          </p:blipFill>
          <p:spPr>
            <a:xfrm flipH="1" rot="5400000">
              <a:off x="335217" y="7616"/>
              <a:ext cx="1286629" cy="2062998"/>
            </a:xfrm>
            <a:prstGeom prst="rect">
              <a:avLst/>
            </a:prstGeom>
            <a:noFill/>
            <a:ln>
              <a:noFill/>
            </a:ln>
          </p:spPr>
        </p:pic>
        <p:pic>
          <p:nvPicPr>
            <p:cNvPr id="401" name="Google Shape;401;g31f93b5154a_0_101"/>
            <p:cNvPicPr preferRelativeResize="0"/>
            <p:nvPr/>
          </p:nvPicPr>
          <p:blipFill rotWithShape="1">
            <a:blip r:embed="rId5">
              <a:alphaModFix/>
            </a:blip>
            <a:srcRect b="50443" l="0" r="0" t="0"/>
            <a:stretch/>
          </p:blipFill>
          <p:spPr>
            <a:xfrm flipH="1" rot="5400000">
              <a:off x="-483904" y="430917"/>
              <a:ext cx="1601443" cy="739569"/>
            </a:xfrm>
            <a:prstGeom prst="rect">
              <a:avLst/>
            </a:prstGeom>
            <a:noFill/>
            <a:ln>
              <a:noFill/>
            </a:ln>
          </p:spPr>
        </p:pic>
        <p:pic>
          <p:nvPicPr>
            <p:cNvPr id="402" name="Google Shape;402;g31f93b5154a_0_101"/>
            <p:cNvPicPr preferRelativeResize="0"/>
            <p:nvPr/>
          </p:nvPicPr>
          <p:blipFill rotWithShape="1">
            <a:blip r:embed="rId5">
              <a:alphaModFix/>
            </a:blip>
            <a:srcRect b="50443" l="0" r="0" t="0"/>
            <a:stretch/>
          </p:blipFill>
          <p:spPr>
            <a:xfrm flipH="1" rot="5400000">
              <a:off x="177810" y="430917"/>
              <a:ext cx="1601443" cy="739569"/>
            </a:xfrm>
            <a:prstGeom prst="rect">
              <a:avLst/>
            </a:prstGeom>
            <a:noFill/>
            <a:ln>
              <a:noFill/>
            </a:ln>
          </p:spPr>
        </p:pic>
        <p:pic>
          <p:nvPicPr>
            <p:cNvPr id="403" name="Google Shape;403;g31f93b5154a_0_101"/>
            <p:cNvPicPr preferRelativeResize="0"/>
            <p:nvPr/>
          </p:nvPicPr>
          <p:blipFill rotWithShape="1">
            <a:blip r:embed="rId4">
              <a:alphaModFix/>
            </a:blip>
            <a:srcRect b="50881" l="11254" r="13011" t="0"/>
            <a:stretch/>
          </p:blipFill>
          <p:spPr>
            <a:xfrm flipH="1" rot="5400000">
              <a:off x="-400940" y="1132844"/>
              <a:ext cx="1562921" cy="866988"/>
            </a:xfrm>
            <a:prstGeom prst="rect">
              <a:avLst/>
            </a:prstGeom>
            <a:noFill/>
            <a:ln>
              <a:noFill/>
            </a:ln>
          </p:spPr>
        </p:pic>
      </p:grpSp>
      <p:sp>
        <p:nvSpPr>
          <p:cNvPr id="404" name="Google Shape;404;g31f93b5154a_0_101"/>
          <p:cNvSpPr txBox="1"/>
          <p:nvPr>
            <p:ph type="title"/>
          </p:nvPr>
        </p:nvSpPr>
        <p:spPr>
          <a:xfrm>
            <a:off x="3683326" y="3176488"/>
            <a:ext cx="3818700" cy="531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000"/>
              <a:buNone/>
            </a:pPr>
            <a:r>
              <a:rPr b="1" lang="en">
                <a:solidFill>
                  <a:schemeClr val="lt2"/>
                </a:solidFill>
              </a:rPr>
              <a:t>—</a:t>
            </a:r>
            <a:r>
              <a:rPr lang="en"/>
              <a:t>COMPLETE CASES</a:t>
            </a:r>
            <a:endParaRPr/>
          </a:p>
        </p:txBody>
      </p:sp>
      <p:sp>
        <p:nvSpPr>
          <p:cNvPr id="405" name="Google Shape;405;g31f93b5154a_0_101"/>
          <p:cNvSpPr txBox="1"/>
          <p:nvPr>
            <p:ph idx="1" type="subTitle"/>
          </p:nvPr>
        </p:nvSpPr>
        <p:spPr>
          <a:xfrm>
            <a:off x="1207500" y="1511375"/>
            <a:ext cx="6729000" cy="14784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SzPts val="3000"/>
              <a:buNone/>
            </a:pPr>
            <a:r>
              <a:rPr lang="en"/>
              <a:t>A</a:t>
            </a:r>
            <a:r>
              <a:rPr lang="en"/>
              <a:t>ny case that either ends with</a:t>
            </a:r>
            <a:endParaRPr/>
          </a:p>
          <a:p>
            <a:pPr indent="0" lvl="0" marL="0" rtl="0" algn="r">
              <a:lnSpc>
                <a:spcPct val="100000"/>
              </a:lnSpc>
              <a:spcBef>
                <a:spcPts val="0"/>
              </a:spcBef>
              <a:spcAft>
                <a:spcPts val="0"/>
              </a:spcAft>
              <a:buSzPts val="3000"/>
              <a:buNone/>
            </a:pPr>
            <a:r>
              <a:rPr b="1" lang="en"/>
              <a:t>Payment</a:t>
            </a:r>
            <a:r>
              <a:rPr lang="en"/>
              <a:t> or being </a:t>
            </a:r>
            <a:r>
              <a:rPr b="1" lang="en"/>
              <a:t>Sent for credit collection</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1f93b5154a_0_121"/>
          <p:cNvSpPr txBox="1"/>
          <p:nvPr>
            <p:ph type="title"/>
          </p:nvPr>
        </p:nvSpPr>
        <p:spPr>
          <a:xfrm>
            <a:off x="722376" y="539506"/>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Process conformance</a:t>
            </a:r>
            <a:endParaRPr/>
          </a:p>
        </p:txBody>
      </p:sp>
      <p:sp>
        <p:nvSpPr>
          <p:cNvPr id="411" name="Google Shape;411;g31f93b5154a_0_121"/>
          <p:cNvSpPr txBox="1"/>
          <p:nvPr>
            <p:ph idx="1" type="subTitle"/>
          </p:nvPr>
        </p:nvSpPr>
        <p:spPr>
          <a:xfrm>
            <a:off x="5010598" y="2471200"/>
            <a:ext cx="2586600" cy="146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t>In all of the cases that were escalated, the offender has failed to pay to full amount of the fine</a:t>
            </a:r>
            <a:r>
              <a:rPr lang="en" sz="1600">
                <a:latin typeface="Arial"/>
                <a:ea typeface="Arial"/>
                <a:cs typeface="Arial"/>
                <a:sym typeface="Arial"/>
              </a:rPr>
              <a:t>.</a:t>
            </a:r>
            <a:endParaRPr sz="1600"/>
          </a:p>
        </p:txBody>
      </p:sp>
      <p:sp>
        <p:nvSpPr>
          <p:cNvPr id="412" name="Google Shape;412;g31f93b5154a_0_121"/>
          <p:cNvSpPr txBox="1"/>
          <p:nvPr>
            <p:ph idx="2" type="subTitle"/>
          </p:nvPr>
        </p:nvSpPr>
        <p:spPr>
          <a:xfrm>
            <a:off x="1699202" y="2471200"/>
            <a:ext cx="2586600" cy="146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t>An offender has to be notified and recieve at least one penalty before being sent to credit collection agencies.</a:t>
            </a:r>
            <a:endParaRPr sz="1600"/>
          </a:p>
        </p:txBody>
      </p:sp>
      <p:sp>
        <p:nvSpPr>
          <p:cNvPr id="413" name="Google Shape;413;g31f93b5154a_0_121"/>
          <p:cNvSpPr txBox="1"/>
          <p:nvPr>
            <p:ph idx="4294967295" type="title"/>
          </p:nvPr>
        </p:nvSpPr>
        <p:spPr>
          <a:xfrm>
            <a:off x="1699200" y="1522000"/>
            <a:ext cx="734700" cy="5394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b="1" lang="en">
                <a:solidFill>
                  <a:schemeClr val="dk2"/>
                </a:solidFill>
              </a:rPr>
              <a:t>01</a:t>
            </a:r>
            <a:endParaRPr b="1">
              <a:solidFill>
                <a:schemeClr val="dk2"/>
              </a:solidFill>
            </a:endParaRPr>
          </a:p>
        </p:txBody>
      </p:sp>
      <p:sp>
        <p:nvSpPr>
          <p:cNvPr id="414" name="Google Shape;414;g31f93b5154a_0_121"/>
          <p:cNvSpPr txBox="1"/>
          <p:nvPr>
            <p:ph idx="4294967295" type="title"/>
          </p:nvPr>
        </p:nvSpPr>
        <p:spPr>
          <a:xfrm>
            <a:off x="5010600" y="1522007"/>
            <a:ext cx="734700" cy="5394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b="1" lang="en">
                <a:solidFill>
                  <a:schemeClr val="dk2"/>
                </a:solidFill>
              </a:rPr>
              <a:t>02</a:t>
            </a:r>
            <a:endParaRPr b="1">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31f93b5154a_0_143"/>
          <p:cNvSpPr txBox="1"/>
          <p:nvPr>
            <p:ph type="title"/>
          </p:nvPr>
        </p:nvSpPr>
        <p:spPr>
          <a:xfrm>
            <a:off x="518100" y="539500"/>
            <a:ext cx="8107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Data cleaning – adding derived case attributes</a:t>
            </a:r>
            <a:endParaRPr/>
          </a:p>
        </p:txBody>
      </p:sp>
      <p:sp>
        <p:nvSpPr>
          <p:cNvPr id="420" name="Google Shape;420;g31f93b5154a_0_143"/>
          <p:cNvSpPr txBox="1"/>
          <p:nvPr/>
        </p:nvSpPr>
        <p:spPr>
          <a:xfrm>
            <a:off x="1053475" y="2136775"/>
            <a:ext cx="3821100" cy="193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solidFill>
                  <a:schemeClr val="dk1"/>
                </a:solidFill>
                <a:latin typeface="Atkinson Hyperlegible"/>
                <a:ea typeface="Atkinson Hyperlegible"/>
                <a:cs typeface="Atkinson Hyperlegible"/>
                <a:sym typeface="Atkinson Hyperlegible"/>
              </a:rPr>
              <a:t>Financial Attributes</a:t>
            </a:r>
            <a:endParaRPr b="1">
              <a:solidFill>
                <a:schemeClr val="dk1"/>
              </a:solidFill>
              <a:latin typeface="Atkinson Hyperlegible"/>
              <a:ea typeface="Atkinson Hyperlegible"/>
              <a:cs typeface="Atkinson Hyperlegible"/>
              <a:sym typeface="Atkinson Hyperlegible"/>
            </a:endParaRPr>
          </a:p>
          <a:p>
            <a:pPr indent="0" lvl="0" marL="0" rtl="0" algn="l">
              <a:lnSpc>
                <a:spcPct val="115000"/>
              </a:lnSpc>
              <a:spcBef>
                <a:spcPts val="400"/>
              </a:spcBef>
              <a:spcAft>
                <a:spcPts val="0"/>
              </a:spcAft>
              <a:buNone/>
            </a:pPr>
            <a:r>
              <a:rPr lang="en">
                <a:solidFill>
                  <a:schemeClr val="dk1"/>
                </a:solidFill>
                <a:latin typeface="Atkinson Hyperlegible"/>
                <a:ea typeface="Atkinson Hyperlegible"/>
                <a:cs typeface="Atkinson Hyperlegible"/>
                <a:sym typeface="Atkinson Hyperlegible"/>
              </a:rPr>
              <a:t>- Total Fine Amount (including penalties)</a:t>
            </a:r>
            <a:endParaRPr>
              <a:solidFill>
                <a:schemeClr val="dk1"/>
              </a:solidFill>
              <a:latin typeface="Atkinson Hyperlegible"/>
              <a:ea typeface="Atkinson Hyperlegible"/>
              <a:cs typeface="Atkinson Hyperlegible"/>
              <a:sym typeface="Atkinson Hyperlegible"/>
            </a:endParaRPr>
          </a:p>
          <a:p>
            <a:pPr indent="0" lvl="0" marL="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 Total Expenses - sum of administrative costs</a:t>
            </a:r>
            <a:endParaRPr>
              <a:solidFill>
                <a:schemeClr val="dk1"/>
              </a:solidFill>
              <a:latin typeface="Atkinson Hyperlegible"/>
              <a:ea typeface="Atkinson Hyperlegible"/>
              <a:cs typeface="Atkinson Hyperlegible"/>
              <a:sym typeface="Atkinson Hyperlegible"/>
            </a:endParaRPr>
          </a:p>
          <a:p>
            <a:pPr indent="0" lvl="0" marL="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 Total Payment Obligation - sum of the above</a:t>
            </a:r>
            <a:endParaRPr>
              <a:solidFill>
                <a:schemeClr val="dk1"/>
              </a:solidFill>
              <a:latin typeface="Atkinson Hyperlegible"/>
              <a:ea typeface="Atkinson Hyperlegible"/>
              <a:cs typeface="Atkinson Hyperlegible"/>
              <a:sym typeface="Atkinson Hyperlegible"/>
            </a:endParaRPr>
          </a:p>
          <a:p>
            <a:pPr indent="0" lvl="0" marL="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 Total Amount Paid</a:t>
            </a:r>
            <a:endParaRPr>
              <a:solidFill>
                <a:schemeClr val="dk1"/>
              </a:solidFill>
              <a:latin typeface="Atkinson Hyperlegible"/>
              <a:ea typeface="Atkinson Hyperlegible"/>
              <a:cs typeface="Atkinson Hyperlegible"/>
              <a:sym typeface="Atkinson Hyperlegible"/>
            </a:endParaRPr>
          </a:p>
          <a:p>
            <a:pPr indent="0" lvl="0" marL="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 Payment Completed (boolean)</a:t>
            </a:r>
            <a:endParaRPr>
              <a:solidFill>
                <a:schemeClr val="dk1"/>
              </a:solidFill>
              <a:latin typeface="Atkinson Hyperlegible"/>
              <a:ea typeface="Atkinson Hyperlegible"/>
              <a:cs typeface="Atkinson Hyperlegible"/>
              <a:sym typeface="Atkinson Hyperlegible"/>
            </a:endParaRPr>
          </a:p>
          <a:p>
            <a:pPr indent="0" lvl="0" marL="0" rtl="0" algn="l">
              <a:lnSpc>
                <a:spcPct val="115000"/>
              </a:lnSpc>
              <a:spcBef>
                <a:spcPts val="0"/>
              </a:spcBef>
              <a:spcAft>
                <a:spcPts val="0"/>
              </a:spcAft>
              <a:buNone/>
            </a:pPr>
            <a:r>
              <a:t/>
            </a:r>
            <a:endParaRPr>
              <a:solidFill>
                <a:schemeClr val="dk1"/>
              </a:solidFill>
              <a:latin typeface="Atkinson Hyperlegible"/>
              <a:ea typeface="Atkinson Hyperlegible"/>
              <a:cs typeface="Atkinson Hyperlegible"/>
              <a:sym typeface="Atkinson Hyperlegible"/>
            </a:endParaRPr>
          </a:p>
        </p:txBody>
      </p:sp>
      <p:sp>
        <p:nvSpPr>
          <p:cNvPr id="421" name="Google Shape;421;g31f93b5154a_0_143"/>
          <p:cNvSpPr txBox="1"/>
          <p:nvPr/>
        </p:nvSpPr>
        <p:spPr>
          <a:xfrm>
            <a:off x="5199525" y="2136775"/>
            <a:ext cx="3642000" cy="2134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
                <a:solidFill>
                  <a:schemeClr val="dk1"/>
                </a:solidFill>
                <a:latin typeface="Atkinson Hyperlegible"/>
                <a:ea typeface="Atkinson Hyperlegible"/>
                <a:cs typeface="Atkinson Hyperlegible"/>
                <a:sym typeface="Atkinson Hyperlegible"/>
              </a:rPr>
              <a:t>Process Characteristics</a:t>
            </a:r>
            <a:endParaRPr b="1">
              <a:solidFill>
                <a:schemeClr val="dk1"/>
              </a:solidFill>
              <a:latin typeface="Atkinson Hyperlegible"/>
              <a:ea typeface="Atkinson Hyperlegible"/>
              <a:cs typeface="Atkinson Hyperlegible"/>
              <a:sym typeface="Atkinson Hyperlegible"/>
            </a:endParaRPr>
          </a:p>
          <a:p>
            <a:pPr indent="0" lvl="0" marL="0" marR="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 Number of Penalties issued</a:t>
            </a:r>
            <a:endParaRPr>
              <a:solidFill>
                <a:schemeClr val="dk1"/>
              </a:solidFill>
              <a:latin typeface="Atkinson Hyperlegible"/>
              <a:ea typeface="Atkinson Hyperlegible"/>
              <a:cs typeface="Atkinson Hyperlegible"/>
              <a:sym typeface="Atkinson Hyperlegible"/>
            </a:endParaRPr>
          </a:p>
          <a:p>
            <a:pPr indent="0" lvl="0" marL="0" marR="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 Number of Payment Installments</a:t>
            </a:r>
            <a:endParaRPr>
              <a:solidFill>
                <a:schemeClr val="dk1"/>
              </a:solidFill>
              <a:latin typeface="Atkinson Hyperlegible"/>
              <a:ea typeface="Atkinson Hyperlegible"/>
              <a:cs typeface="Atkinson Hyperlegible"/>
              <a:sym typeface="Atkinson Hyperlegible"/>
            </a:endParaRPr>
          </a:p>
          <a:p>
            <a:pPr indent="0" lvl="0" marL="0" marR="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 Initial Fine Amount (without penalties)</a:t>
            </a:r>
            <a:endParaRPr>
              <a:solidFill>
                <a:schemeClr val="dk1"/>
              </a:solidFill>
              <a:latin typeface="Atkinson Hyperlegible"/>
              <a:ea typeface="Atkinson Hyperlegible"/>
              <a:cs typeface="Atkinson Hyperlegible"/>
              <a:sym typeface="Atkinson Hyperlegible"/>
            </a:endParaRPr>
          </a:p>
          <a:p>
            <a:pPr indent="0" lvl="0" marL="0" marR="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 Total Penalty Amount</a:t>
            </a:r>
            <a:endParaRPr>
              <a:solidFill>
                <a:schemeClr val="dk1"/>
              </a:solidFill>
              <a:latin typeface="Atkinson Hyperlegible"/>
              <a:ea typeface="Atkinson Hyperlegible"/>
              <a:cs typeface="Atkinson Hyperlegible"/>
              <a:sym typeface="Atkinson Hyperlegible"/>
            </a:endParaRPr>
          </a:p>
          <a:p>
            <a:pPr indent="0" lvl="0" marL="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 notificationType: in case of penalty </a:t>
            </a:r>
            <a:endParaRPr>
              <a:solidFill>
                <a:schemeClr val="dk1"/>
              </a:solidFill>
              <a:latin typeface="Atkinson Hyperlegible"/>
              <a:ea typeface="Atkinson Hyperlegible"/>
              <a:cs typeface="Atkinson Hyperlegible"/>
              <a:sym typeface="Atkinson Hyperlegible"/>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Atkinson Hyperlegible"/>
                <a:ea typeface="Atkinson Hyperlegible"/>
                <a:cs typeface="Atkinson Hyperlegible"/>
                <a:sym typeface="Atkinson Hyperlegible"/>
              </a:rPr>
              <a:t>- lastSent: Status update of notificationType</a:t>
            </a:r>
            <a:endParaRPr>
              <a:solidFill>
                <a:schemeClr val="dk1"/>
              </a:solidFill>
              <a:latin typeface="Atkinson Hyperlegible"/>
              <a:ea typeface="Atkinson Hyperlegible"/>
              <a:cs typeface="Atkinson Hyperlegible"/>
              <a:sym typeface="Atkinson Hyperlegible"/>
            </a:endParaRPr>
          </a:p>
          <a:p>
            <a:pPr indent="0" lvl="0" marL="0" marR="0" rtl="0" algn="l">
              <a:lnSpc>
                <a:spcPct val="115000"/>
              </a:lnSpc>
              <a:spcBef>
                <a:spcPts val="0"/>
              </a:spcBef>
              <a:spcAft>
                <a:spcPts val="0"/>
              </a:spcAft>
              <a:buNone/>
            </a:pPr>
            <a:r>
              <a:t/>
            </a:r>
            <a:endParaRPr>
              <a:solidFill>
                <a:schemeClr val="dk1"/>
              </a:solidFill>
              <a:latin typeface="Atkinson Hyperlegible"/>
              <a:ea typeface="Atkinson Hyperlegible"/>
              <a:cs typeface="Atkinson Hyperlegible"/>
              <a:sym typeface="Atkinson Hyperlegible"/>
            </a:endParaRPr>
          </a:p>
        </p:txBody>
      </p:sp>
      <p:sp>
        <p:nvSpPr>
          <p:cNvPr id="422" name="Google Shape;422;g31f93b5154a_0_143"/>
          <p:cNvSpPr txBox="1"/>
          <p:nvPr>
            <p:ph idx="4294967295" type="title"/>
          </p:nvPr>
        </p:nvSpPr>
        <p:spPr>
          <a:xfrm>
            <a:off x="1053475" y="1522000"/>
            <a:ext cx="734700" cy="5394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b="1" lang="en">
                <a:solidFill>
                  <a:schemeClr val="dk2"/>
                </a:solidFill>
              </a:rPr>
              <a:t>01</a:t>
            </a:r>
            <a:endParaRPr b="1">
              <a:solidFill>
                <a:schemeClr val="dk2"/>
              </a:solidFill>
            </a:endParaRPr>
          </a:p>
        </p:txBody>
      </p:sp>
      <p:sp>
        <p:nvSpPr>
          <p:cNvPr id="423" name="Google Shape;423;g31f93b5154a_0_143"/>
          <p:cNvSpPr txBox="1"/>
          <p:nvPr>
            <p:ph idx="4294967295" type="title"/>
          </p:nvPr>
        </p:nvSpPr>
        <p:spPr>
          <a:xfrm>
            <a:off x="5199525" y="1522007"/>
            <a:ext cx="734700" cy="5394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b="1" lang="en">
                <a:solidFill>
                  <a:schemeClr val="dk2"/>
                </a:solidFill>
              </a:rPr>
              <a:t>02</a:t>
            </a:r>
            <a:endParaRPr b="1">
              <a:solidFill>
                <a:schemeClr val="dk2"/>
              </a:solidFill>
            </a:endParaRPr>
          </a:p>
        </p:txBody>
      </p:sp>
      <p:pic>
        <p:nvPicPr>
          <p:cNvPr id="424" name="Google Shape;424;g31f93b5154a_0_143"/>
          <p:cNvPicPr preferRelativeResize="0"/>
          <p:nvPr/>
        </p:nvPicPr>
        <p:blipFill>
          <a:blip r:embed="rId3">
            <a:alphaModFix/>
          </a:blip>
          <a:stretch>
            <a:fillRect/>
          </a:stretch>
        </p:blipFill>
        <p:spPr>
          <a:xfrm>
            <a:off x="1488370" y="4262805"/>
            <a:ext cx="1918802" cy="880695"/>
          </a:xfrm>
          <a:prstGeom prst="rect">
            <a:avLst/>
          </a:prstGeom>
          <a:noFill/>
          <a:ln>
            <a:noFill/>
          </a:ln>
        </p:spPr>
      </p:pic>
      <p:pic>
        <p:nvPicPr>
          <p:cNvPr id="425" name="Google Shape;425;g31f93b5154a_0_143"/>
          <p:cNvPicPr preferRelativeResize="0"/>
          <p:nvPr/>
        </p:nvPicPr>
        <p:blipFill>
          <a:blip r:embed="rId4">
            <a:alphaModFix/>
          </a:blip>
          <a:stretch>
            <a:fillRect/>
          </a:stretch>
        </p:blipFill>
        <p:spPr>
          <a:xfrm>
            <a:off x="5431902" y="3541638"/>
            <a:ext cx="2109784" cy="23230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grpSp>
        <p:nvGrpSpPr>
          <p:cNvPr id="430" name="Google Shape;430;p5"/>
          <p:cNvGrpSpPr/>
          <p:nvPr/>
        </p:nvGrpSpPr>
        <p:grpSpPr>
          <a:xfrm>
            <a:off x="3223437" y="2"/>
            <a:ext cx="2366780" cy="5143554"/>
            <a:chOff x="-22726" y="0"/>
            <a:chExt cx="2370810" cy="5152313"/>
          </a:xfrm>
        </p:grpSpPr>
        <p:pic>
          <p:nvPicPr>
            <p:cNvPr id="431" name="Google Shape;431;p5"/>
            <p:cNvPicPr preferRelativeResize="0"/>
            <p:nvPr/>
          </p:nvPicPr>
          <p:blipFill rotWithShape="1">
            <a:blip r:embed="rId3">
              <a:alphaModFix/>
            </a:blip>
            <a:srcRect b="30034" l="5517" r="0" t="-5104"/>
            <a:stretch/>
          </p:blipFill>
          <p:spPr>
            <a:xfrm rot="5400000">
              <a:off x="-361014" y="877812"/>
              <a:ext cx="2605925" cy="1929300"/>
            </a:xfrm>
            <a:prstGeom prst="rect">
              <a:avLst/>
            </a:prstGeom>
            <a:noFill/>
            <a:ln>
              <a:noFill/>
            </a:ln>
          </p:spPr>
        </p:pic>
        <p:pic>
          <p:nvPicPr>
            <p:cNvPr id="432" name="Google Shape;432;p5"/>
            <p:cNvPicPr preferRelativeResize="0"/>
            <p:nvPr/>
          </p:nvPicPr>
          <p:blipFill rotWithShape="1">
            <a:blip r:embed="rId4">
              <a:alphaModFix/>
            </a:blip>
            <a:srcRect b="50880" l="11254" r="13011" t="0"/>
            <a:stretch/>
          </p:blipFill>
          <p:spPr>
            <a:xfrm rot="5400000">
              <a:off x="-487394" y="1982825"/>
              <a:ext cx="2190249" cy="1214897"/>
            </a:xfrm>
            <a:prstGeom prst="rect">
              <a:avLst/>
            </a:prstGeom>
            <a:noFill/>
            <a:ln>
              <a:noFill/>
            </a:ln>
          </p:spPr>
        </p:pic>
        <p:pic>
          <p:nvPicPr>
            <p:cNvPr id="433" name="Google Shape;433;p5"/>
            <p:cNvPicPr preferRelativeResize="0"/>
            <p:nvPr/>
          </p:nvPicPr>
          <p:blipFill rotWithShape="1">
            <a:blip r:embed="rId3">
              <a:alphaModFix/>
            </a:blip>
            <a:srcRect b="50813" l="0" r="0" t="4102"/>
            <a:stretch/>
          </p:blipFill>
          <p:spPr>
            <a:xfrm rot="5400000">
              <a:off x="-838218" y="3098916"/>
              <a:ext cx="2891885" cy="1214897"/>
            </a:xfrm>
            <a:prstGeom prst="rect">
              <a:avLst/>
            </a:prstGeom>
            <a:noFill/>
            <a:ln>
              <a:noFill/>
            </a:ln>
          </p:spPr>
        </p:pic>
        <p:pic>
          <p:nvPicPr>
            <p:cNvPr id="434" name="Google Shape;434;p5"/>
            <p:cNvPicPr preferRelativeResize="0"/>
            <p:nvPr/>
          </p:nvPicPr>
          <p:blipFill rotWithShape="1">
            <a:blip r:embed="rId3">
              <a:alphaModFix/>
            </a:blip>
            <a:srcRect b="30034" l="5516" r="37550" t="-5104"/>
            <a:stretch/>
          </p:blipFill>
          <p:spPr>
            <a:xfrm rot="5400000">
              <a:off x="197874" y="2998120"/>
              <a:ext cx="1929638" cy="2370781"/>
            </a:xfrm>
            <a:prstGeom prst="rect">
              <a:avLst/>
            </a:prstGeom>
            <a:noFill/>
            <a:ln>
              <a:noFill/>
            </a:ln>
          </p:spPr>
        </p:pic>
        <p:pic>
          <p:nvPicPr>
            <p:cNvPr id="435" name="Google Shape;435;p5"/>
            <p:cNvPicPr preferRelativeResize="0"/>
            <p:nvPr/>
          </p:nvPicPr>
          <p:blipFill rotWithShape="1">
            <a:blip r:embed="rId3">
              <a:alphaModFix/>
            </a:blip>
            <a:srcRect b="30034" l="5517" r="0" t="-5104"/>
            <a:stretch/>
          </p:blipFill>
          <p:spPr>
            <a:xfrm rot="5400000">
              <a:off x="-288575" y="3041699"/>
              <a:ext cx="2048200" cy="1516500"/>
            </a:xfrm>
            <a:prstGeom prst="rect">
              <a:avLst/>
            </a:prstGeom>
            <a:noFill/>
            <a:ln>
              <a:noFill/>
            </a:ln>
          </p:spPr>
        </p:pic>
        <p:pic>
          <p:nvPicPr>
            <p:cNvPr id="436" name="Google Shape;436;p5"/>
            <p:cNvPicPr preferRelativeResize="0"/>
            <p:nvPr/>
          </p:nvPicPr>
          <p:blipFill rotWithShape="1">
            <a:blip r:embed="rId4">
              <a:alphaModFix/>
            </a:blip>
            <a:srcRect b="50880" l="11254" r="13011" t="0"/>
            <a:stretch/>
          </p:blipFill>
          <p:spPr>
            <a:xfrm rot="5400000">
              <a:off x="-358013" y="2865168"/>
              <a:ext cx="1580494" cy="876739"/>
            </a:xfrm>
            <a:prstGeom prst="rect">
              <a:avLst/>
            </a:prstGeom>
            <a:noFill/>
            <a:ln>
              <a:noFill/>
            </a:ln>
          </p:spPr>
        </p:pic>
        <p:pic>
          <p:nvPicPr>
            <p:cNvPr id="437" name="Google Shape;437;p5"/>
            <p:cNvPicPr preferRelativeResize="0"/>
            <p:nvPr/>
          </p:nvPicPr>
          <p:blipFill rotWithShape="1">
            <a:blip r:embed="rId3">
              <a:alphaModFix/>
            </a:blip>
            <a:srcRect b="50813" l="0" r="0" t="4102"/>
            <a:stretch/>
          </p:blipFill>
          <p:spPr>
            <a:xfrm rot="5400000">
              <a:off x="-611169" y="3670544"/>
              <a:ext cx="2086798" cy="876739"/>
            </a:xfrm>
            <a:prstGeom prst="rect">
              <a:avLst/>
            </a:prstGeom>
            <a:noFill/>
            <a:ln>
              <a:noFill/>
            </a:ln>
          </p:spPr>
        </p:pic>
        <p:pic>
          <p:nvPicPr>
            <p:cNvPr id="438" name="Google Shape;438;p5"/>
            <p:cNvPicPr preferRelativeResize="0"/>
            <p:nvPr/>
          </p:nvPicPr>
          <p:blipFill rotWithShape="1">
            <a:blip r:embed="rId3">
              <a:alphaModFix/>
            </a:blip>
            <a:srcRect b="30034" l="5518" r="50851" t="-5104"/>
            <a:stretch/>
          </p:blipFill>
          <p:spPr>
            <a:xfrm rot="5400000">
              <a:off x="299210" y="3435075"/>
              <a:ext cx="1067033" cy="1710895"/>
            </a:xfrm>
            <a:prstGeom prst="rect">
              <a:avLst/>
            </a:prstGeom>
            <a:noFill/>
            <a:ln>
              <a:noFill/>
            </a:ln>
          </p:spPr>
        </p:pic>
        <p:pic>
          <p:nvPicPr>
            <p:cNvPr id="439" name="Google Shape;439;p5"/>
            <p:cNvPicPr preferRelativeResize="0"/>
            <p:nvPr/>
          </p:nvPicPr>
          <p:blipFill rotWithShape="1">
            <a:blip r:embed="rId5">
              <a:alphaModFix/>
            </a:blip>
            <a:srcRect b="50443" l="0" r="0" t="0"/>
            <a:stretch/>
          </p:blipFill>
          <p:spPr>
            <a:xfrm rot="5400000">
              <a:off x="-380108" y="4181573"/>
              <a:ext cx="1328116" cy="613343"/>
            </a:xfrm>
            <a:prstGeom prst="rect">
              <a:avLst/>
            </a:prstGeom>
            <a:noFill/>
            <a:ln>
              <a:noFill/>
            </a:ln>
          </p:spPr>
        </p:pic>
        <p:pic>
          <p:nvPicPr>
            <p:cNvPr id="440" name="Google Shape;440;p5"/>
            <p:cNvPicPr preferRelativeResize="0"/>
            <p:nvPr/>
          </p:nvPicPr>
          <p:blipFill rotWithShape="1">
            <a:blip r:embed="rId5">
              <a:alphaModFix/>
            </a:blip>
            <a:srcRect b="50443" l="0" r="0" t="0"/>
            <a:stretch/>
          </p:blipFill>
          <p:spPr>
            <a:xfrm rot="5400000">
              <a:off x="71478" y="4181573"/>
              <a:ext cx="1328116" cy="613343"/>
            </a:xfrm>
            <a:prstGeom prst="rect">
              <a:avLst/>
            </a:prstGeom>
            <a:noFill/>
            <a:ln>
              <a:noFill/>
            </a:ln>
          </p:spPr>
        </p:pic>
        <p:pic>
          <p:nvPicPr>
            <p:cNvPr id="441" name="Google Shape;441;p5"/>
            <p:cNvPicPr preferRelativeResize="0"/>
            <p:nvPr/>
          </p:nvPicPr>
          <p:blipFill rotWithShape="1">
            <a:blip r:embed="rId3">
              <a:alphaModFix/>
            </a:blip>
            <a:srcRect b="47015" l="35435" r="12098" t="1038"/>
            <a:stretch/>
          </p:blipFill>
          <p:spPr>
            <a:xfrm rot="5400000">
              <a:off x="-103713" y="81012"/>
              <a:ext cx="2091325" cy="1929300"/>
            </a:xfrm>
            <a:prstGeom prst="rect">
              <a:avLst/>
            </a:prstGeom>
            <a:noFill/>
            <a:ln>
              <a:noFill/>
            </a:ln>
          </p:spPr>
        </p:pic>
        <p:pic>
          <p:nvPicPr>
            <p:cNvPr id="442" name="Google Shape;442;p5"/>
            <p:cNvPicPr preferRelativeResize="0"/>
            <p:nvPr/>
          </p:nvPicPr>
          <p:blipFill rotWithShape="1">
            <a:blip r:embed="rId5">
              <a:alphaModFix/>
            </a:blip>
            <a:srcRect b="50443" l="0" r="0" t="0"/>
            <a:stretch/>
          </p:blipFill>
          <p:spPr>
            <a:xfrm rot="5400000">
              <a:off x="-230383" y="1816890"/>
              <a:ext cx="771750" cy="356382"/>
            </a:xfrm>
            <a:prstGeom prst="rect">
              <a:avLst/>
            </a:prstGeom>
            <a:noFill/>
            <a:ln>
              <a:noFill/>
            </a:ln>
          </p:spPr>
        </p:pic>
        <p:pic>
          <p:nvPicPr>
            <p:cNvPr id="443" name="Google Shape;443;p5"/>
            <p:cNvPicPr preferRelativeResize="0"/>
            <p:nvPr/>
          </p:nvPicPr>
          <p:blipFill rotWithShape="1">
            <a:blip r:embed="rId5">
              <a:alphaModFix/>
            </a:blip>
            <a:srcRect b="50443" l="0" r="0" t="0"/>
            <a:stretch/>
          </p:blipFill>
          <p:spPr>
            <a:xfrm rot="5400000">
              <a:off x="-517999" y="2755704"/>
              <a:ext cx="1840503" cy="849910"/>
            </a:xfrm>
            <a:prstGeom prst="rect">
              <a:avLst/>
            </a:prstGeom>
            <a:noFill/>
            <a:ln>
              <a:noFill/>
            </a:ln>
          </p:spPr>
        </p:pic>
        <p:pic>
          <p:nvPicPr>
            <p:cNvPr id="444" name="Google Shape;444;p5"/>
            <p:cNvPicPr preferRelativeResize="0"/>
            <p:nvPr/>
          </p:nvPicPr>
          <p:blipFill rotWithShape="1">
            <a:blip r:embed="rId4">
              <a:alphaModFix/>
            </a:blip>
            <a:srcRect b="50880" l="11254" r="13011" t="0"/>
            <a:stretch/>
          </p:blipFill>
          <p:spPr>
            <a:xfrm rot="5400000">
              <a:off x="-311303" y="3493776"/>
              <a:ext cx="1296169" cy="719015"/>
            </a:xfrm>
            <a:prstGeom prst="rect">
              <a:avLst/>
            </a:prstGeom>
            <a:noFill/>
            <a:ln>
              <a:noFill/>
            </a:ln>
          </p:spPr>
        </p:pic>
      </p:grpSp>
      <p:sp>
        <p:nvSpPr>
          <p:cNvPr id="445" name="Google Shape;445;p5"/>
          <p:cNvSpPr txBox="1"/>
          <p:nvPr>
            <p:ph type="title"/>
          </p:nvPr>
        </p:nvSpPr>
        <p:spPr>
          <a:xfrm>
            <a:off x="5318449" y="2415225"/>
            <a:ext cx="2883600" cy="1542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4000"/>
              <a:t>Insights</a:t>
            </a:r>
            <a:endParaRPr sz="4000"/>
          </a:p>
        </p:txBody>
      </p:sp>
      <p:sp>
        <p:nvSpPr>
          <p:cNvPr id="446" name="Google Shape;446;p5"/>
          <p:cNvSpPr txBox="1"/>
          <p:nvPr>
            <p:ph idx="2" type="title"/>
          </p:nvPr>
        </p:nvSpPr>
        <p:spPr>
          <a:xfrm>
            <a:off x="5318450" y="1148175"/>
            <a:ext cx="1214100" cy="10161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03</a:t>
            </a:r>
            <a:endParaRPr/>
          </a:p>
        </p:txBody>
      </p:sp>
      <p:pic>
        <p:nvPicPr>
          <p:cNvPr descr="A train tracks on a street&#10;&#10;Description automatically generated" id="447" name="Google Shape;447;p5"/>
          <p:cNvPicPr preferRelativeResize="0"/>
          <p:nvPr>
            <p:ph idx="3" type="pic"/>
          </p:nvPr>
        </p:nvPicPr>
        <p:blipFill rotWithShape="1">
          <a:blip r:embed="rId6">
            <a:alphaModFix/>
          </a:blip>
          <a:srcRect b="0" l="658" r="657" t="0"/>
          <a:stretch/>
        </p:blipFill>
        <p:spPr>
          <a:xfrm>
            <a:off x="0" y="0"/>
            <a:ext cx="3806100"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1feb7dc331_6_0"/>
          <p:cNvSpPr txBox="1"/>
          <p:nvPr/>
        </p:nvSpPr>
        <p:spPr>
          <a:xfrm>
            <a:off x="433575" y="410825"/>
            <a:ext cx="3821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1"/>
                </a:solidFill>
                <a:latin typeface="Playfair Display"/>
                <a:ea typeface="Playfair Display"/>
                <a:cs typeface="Playfair Display"/>
                <a:sym typeface="Playfair Display"/>
              </a:rPr>
              <a:t>Insights</a:t>
            </a:r>
            <a:endParaRPr b="1">
              <a:solidFill>
                <a:schemeClr val="dk1"/>
              </a:solidFill>
              <a:latin typeface="Atkinson Hyperlegible"/>
              <a:ea typeface="Atkinson Hyperlegible"/>
              <a:cs typeface="Atkinson Hyperlegible"/>
              <a:sym typeface="Atkinson Hyperlegible"/>
            </a:endParaRPr>
          </a:p>
        </p:txBody>
      </p:sp>
      <p:sp>
        <p:nvSpPr>
          <p:cNvPr id="453" name="Google Shape;453;g31feb7dc331_6_0"/>
          <p:cNvSpPr txBox="1"/>
          <p:nvPr/>
        </p:nvSpPr>
        <p:spPr>
          <a:xfrm>
            <a:off x="712975" y="2328525"/>
            <a:ext cx="2211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1"/>
                </a:solidFill>
                <a:latin typeface="Playfair Display"/>
                <a:ea typeface="Playfair Display"/>
                <a:cs typeface="Playfair Display"/>
                <a:sym typeface="Playfair Display"/>
              </a:rPr>
              <a:t>Objectives</a:t>
            </a:r>
            <a:endParaRPr b="1">
              <a:solidFill>
                <a:schemeClr val="dk1"/>
              </a:solidFill>
              <a:latin typeface="Atkinson Hyperlegible"/>
              <a:ea typeface="Atkinson Hyperlegible"/>
              <a:cs typeface="Atkinson Hyperlegible"/>
              <a:sym typeface="Atkinson Hyperlegible"/>
            </a:endParaRPr>
          </a:p>
        </p:txBody>
      </p:sp>
      <p:pic>
        <p:nvPicPr>
          <p:cNvPr id="454" name="Google Shape;454;g31feb7dc331_6_0"/>
          <p:cNvPicPr preferRelativeResize="0"/>
          <p:nvPr/>
        </p:nvPicPr>
        <p:blipFill>
          <a:blip r:embed="rId3">
            <a:alphaModFix/>
          </a:blip>
          <a:stretch>
            <a:fillRect/>
          </a:stretch>
        </p:blipFill>
        <p:spPr>
          <a:xfrm>
            <a:off x="6908975" y="1013575"/>
            <a:ext cx="965400" cy="965400"/>
          </a:xfrm>
          <a:prstGeom prst="rect">
            <a:avLst/>
          </a:prstGeom>
          <a:noFill/>
          <a:ln>
            <a:noFill/>
          </a:ln>
        </p:spPr>
      </p:pic>
      <p:cxnSp>
        <p:nvCxnSpPr>
          <p:cNvPr id="455" name="Google Shape;455;g31feb7dc331_6_0"/>
          <p:cNvCxnSpPr>
            <a:stCxn id="453" idx="3"/>
          </p:cNvCxnSpPr>
          <p:nvPr/>
        </p:nvCxnSpPr>
        <p:spPr>
          <a:xfrm flipH="1" rot="10800000">
            <a:off x="2924275" y="1581675"/>
            <a:ext cx="965400" cy="1070100"/>
          </a:xfrm>
          <a:prstGeom prst="straightConnector1">
            <a:avLst/>
          </a:prstGeom>
          <a:noFill/>
          <a:ln cap="flat" cmpd="sng" w="9525">
            <a:solidFill>
              <a:schemeClr val="dk2"/>
            </a:solidFill>
            <a:prstDash val="solid"/>
            <a:round/>
            <a:headEnd len="med" w="med" type="none"/>
            <a:tailEnd len="med" w="med" type="triangle"/>
          </a:ln>
        </p:spPr>
      </p:cxnSp>
      <p:cxnSp>
        <p:nvCxnSpPr>
          <p:cNvPr id="456" name="Google Shape;456;g31feb7dc331_6_0"/>
          <p:cNvCxnSpPr>
            <a:stCxn id="453" idx="3"/>
          </p:cNvCxnSpPr>
          <p:nvPr/>
        </p:nvCxnSpPr>
        <p:spPr>
          <a:xfrm>
            <a:off x="2924275" y="2651775"/>
            <a:ext cx="965400" cy="860400"/>
          </a:xfrm>
          <a:prstGeom prst="straightConnector1">
            <a:avLst/>
          </a:prstGeom>
          <a:noFill/>
          <a:ln cap="flat" cmpd="sng" w="9525">
            <a:solidFill>
              <a:schemeClr val="dk2"/>
            </a:solidFill>
            <a:prstDash val="solid"/>
            <a:round/>
            <a:headEnd len="med" w="med" type="none"/>
            <a:tailEnd len="med" w="med" type="triangle"/>
          </a:ln>
        </p:spPr>
      </p:cxnSp>
      <p:sp>
        <p:nvSpPr>
          <p:cNvPr id="457" name="Google Shape;457;g31feb7dc331_6_0"/>
          <p:cNvSpPr txBox="1"/>
          <p:nvPr/>
        </p:nvSpPr>
        <p:spPr>
          <a:xfrm>
            <a:off x="3987975" y="1350625"/>
            <a:ext cx="2921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latin typeface="Atkinson Hyperlegible"/>
                <a:ea typeface="Atkinson Hyperlegible"/>
                <a:cs typeface="Atkinson Hyperlegible"/>
                <a:sym typeface="Atkinson Hyperlegible"/>
              </a:rPr>
              <a:t>Reduce the average case length</a:t>
            </a:r>
            <a:endParaRPr>
              <a:solidFill>
                <a:schemeClr val="dk1"/>
              </a:solidFill>
              <a:latin typeface="Atkinson Hyperlegible"/>
              <a:ea typeface="Atkinson Hyperlegible"/>
              <a:cs typeface="Atkinson Hyperlegible"/>
              <a:sym typeface="Atkinson Hyperlegible"/>
            </a:endParaRPr>
          </a:p>
        </p:txBody>
      </p:sp>
      <p:sp>
        <p:nvSpPr>
          <p:cNvPr id="458" name="Google Shape;458;g31feb7dc331_6_0"/>
          <p:cNvSpPr txBox="1"/>
          <p:nvPr/>
        </p:nvSpPr>
        <p:spPr>
          <a:xfrm>
            <a:off x="3987975" y="3293725"/>
            <a:ext cx="2921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latin typeface="Atkinson Hyperlegible"/>
                <a:ea typeface="Atkinson Hyperlegible"/>
                <a:cs typeface="Atkinson Hyperlegible"/>
                <a:sym typeface="Atkinson Hyperlegible"/>
              </a:rPr>
              <a:t>Reduce workload</a:t>
            </a:r>
            <a:endParaRPr>
              <a:solidFill>
                <a:schemeClr val="dk1"/>
              </a:solidFill>
              <a:latin typeface="Atkinson Hyperlegible"/>
              <a:ea typeface="Atkinson Hyperlegible"/>
              <a:cs typeface="Atkinson Hyperlegible"/>
              <a:sym typeface="Atkinson Hyperlegible"/>
            </a:endParaRPr>
          </a:p>
        </p:txBody>
      </p:sp>
      <p:pic>
        <p:nvPicPr>
          <p:cNvPr id="459" name="Google Shape;459;g31feb7dc331_6_0"/>
          <p:cNvPicPr preferRelativeResize="0"/>
          <p:nvPr/>
        </p:nvPicPr>
        <p:blipFill>
          <a:blip r:embed="rId4">
            <a:alphaModFix/>
          </a:blip>
          <a:stretch>
            <a:fillRect/>
          </a:stretch>
        </p:blipFill>
        <p:spPr>
          <a:xfrm>
            <a:off x="6629675" y="2651775"/>
            <a:ext cx="1382700" cy="1382700"/>
          </a:xfrm>
          <a:prstGeom prst="rect">
            <a:avLst/>
          </a:prstGeom>
          <a:noFill/>
          <a:ln>
            <a:noFill/>
          </a:ln>
        </p:spPr>
      </p:pic>
      <p:pic>
        <p:nvPicPr>
          <p:cNvPr id="460" name="Google Shape;460;g31feb7dc331_6_0"/>
          <p:cNvPicPr preferRelativeResize="0"/>
          <p:nvPr/>
        </p:nvPicPr>
        <p:blipFill rotWithShape="1">
          <a:blip r:embed="rId3">
            <a:alphaModFix/>
          </a:blip>
          <a:srcRect b="0" l="67422" r="0" t="50052"/>
          <a:stretch/>
        </p:blipFill>
        <p:spPr>
          <a:xfrm>
            <a:off x="7775775" y="2992625"/>
            <a:ext cx="457201" cy="70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1fd2f8dbcf_0_4"/>
          <p:cNvSpPr txBox="1"/>
          <p:nvPr/>
        </p:nvSpPr>
        <p:spPr>
          <a:xfrm>
            <a:off x="738375" y="1134725"/>
            <a:ext cx="3821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latin typeface="Atkinson Hyperlegible"/>
                <a:ea typeface="Atkinson Hyperlegible"/>
                <a:cs typeface="Atkinson Hyperlegible"/>
                <a:sym typeface="Atkinson Hyperlegible"/>
              </a:rPr>
              <a:t>Create Fine &gt; Payment</a:t>
            </a:r>
            <a:endParaRPr>
              <a:solidFill>
                <a:schemeClr val="dk1"/>
              </a:solidFill>
              <a:latin typeface="Atkinson Hyperlegible"/>
              <a:ea typeface="Atkinson Hyperlegible"/>
              <a:cs typeface="Atkinson Hyperlegible"/>
              <a:sym typeface="Atkinson Hyperlegible"/>
            </a:endParaRPr>
          </a:p>
        </p:txBody>
      </p:sp>
      <p:pic>
        <p:nvPicPr>
          <p:cNvPr id="466" name="Google Shape;466;g31fd2f8dbcf_0_4"/>
          <p:cNvPicPr preferRelativeResize="0"/>
          <p:nvPr/>
        </p:nvPicPr>
        <p:blipFill rotWithShape="1">
          <a:blip r:embed="rId3">
            <a:alphaModFix/>
          </a:blip>
          <a:srcRect b="0" l="0" r="0" t="9763"/>
          <a:stretch/>
        </p:blipFill>
        <p:spPr>
          <a:xfrm>
            <a:off x="1682550" y="2360600"/>
            <a:ext cx="5898376" cy="2003039"/>
          </a:xfrm>
          <a:prstGeom prst="rect">
            <a:avLst/>
          </a:prstGeom>
          <a:noFill/>
          <a:ln>
            <a:noFill/>
          </a:ln>
        </p:spPr>
      </p:pic>
      <p:pic>
        <p:nvPicPr>
          <p:cNvPr id="467" name="Google Shape;467;g31fd2f8dbcf_0_4"/>
          <p:cNvPicPr preferRelativeResize="0"/>
          <p:nvPr/>
        </p:nvPicPr>
        <p:blipFill>
          <a:blip r:embed="rId4">
            <a:alphaModFix/>
          </a:blip>
          <a:stretch>
            <a:fillRect/>
          </a:stretch>
        </p:blipFill>
        <p:spPr>
          <a:xfrm>
            <a:off x="1682550" y="1630325"/>
            <a:ext cx="5898375" cy="730275"/>
          </a:xfrm>
          <a:prstGeom prst="rect">
            <a:avLst/>
          </a:prstGeom>
          <a:noFill/>
          <a:ln>
            <a:noFill/>
          </a:ln>
        </p:spPr>
      </p:pic>
      <p:sp>
        <p:nvSpPr>
          <p:cNvPr id="468" name="Google Shape;468;g31fd2f8dbcf_0_4"/>
          <p:cNvSpPr txBox="1"/>
          <p:nvPr>
            <p:ph type="title"/>
          </p:nvPr>
        </p:nvSpPr>
        <p:spPr>
          <a:xfrm>
            <a:off x="722376" y="539506"/>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Fast path</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1feb7dc331_6_15"/>
          <p:cNvSpPr txBox="1"/>
          <p:nvPr/>
        </p:nvSpPr>
        <p:spPr>
          <a:xfrm>
            <a:off x="738375" y="1058525"/>
            <a:ext cx="72915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latin typeface="Atkinson Hyperlegible"/>
                <a:ea typeface="Atkinson Hyperlegible"/>
                <a:cs typeface="Atkinson Hyperlegible"/>
                <a:sym typeface="Atkinson Hyperlegible"/>
              </a:rPr>
              <a:t>Add Penalty &gt; Send for Credit Collection</a:t>
            </a:r>
            <a:endParaRPr b="1">
              <a:solidFill>
                <a:schemeClr val="dk1"/>
              </a:solidFill>
              <a:latin typeface="Atkinson Hyperlegible"/>
              <a:ea typeface="Atkinson Hyperlegible"/>
              <a:cs typeface="Atkinson Hyperlegible"/>
              <a:sym typeface="Atkinson Hyperlegible"/>
            </a:endParaRPr>
          </a:p>
          <a:p>
            <a:pPr indent="-317500" lvl="0" marL="457200" rtl="0" algn="l">
              <a:lnSpc>
                <a:spcPct val="115000"/>
              </a:lnSpc>
              <a:spcBef>
                <a:spcPts val="0"/>
              </a:spcBef>
              <a:spcAft>
                <a:spcPts val="0"/>
              </a:spcAft>
              <a:buClr>
                <a:schemeClr val="dk1"/>
              </a:buClr>
              <a:buSzPts val="1400"/>
              <a:buFont typeface="Atkinson Hyperlegible"/>
              <a:buChar char="●"/>
            </a:pPr>
            <a:r>
              <a:rPr lang="en">
                <a:solidFill>
                  <a:schemeClr val="dk1"/>
                </a:solidFill>
                <a:latin typeface="Atkinson Hyperlegible"/>
                <a:ea typeface="Atkinson Hyperlegible"/>
                <a:cs typeface="Atkinson Hyperlegible"/>
                <a:sym typeface="Atkinson Hyperlegible"/>
              </a:rPr>
              <a:t>Goal: reduce the amount of cases that take this arc</a:t>
            </a:r>
            <a:endParaRPr>
              <a:solidFill>
                <a:schemeClr val="dk1"/>
              </a:solidFill>
              <a:latin typeface="Atkinson Hyperlegible"/>
              <a:ea typeface="Atkinson Hyperlegible"/>
              <a:cs typeface="Atkinson Hyperlegible"/>
              <a:sym typeface="Atkinson Hyperlegible"/>
            </a:endParaRPr>
          </a:p>
          <a:p>
            <a:pPr indent="-317500" lvl="0" marL="457200" rtl="0" algn="l">
              <a:lnSpc>
                <a:spcPct val="115000"/>
              </a:lnSpc>
              <a:spcBef>
                <a:spcPts val="0"/>
              </a:spcBef>
              <a:spcAft>
                <a:spcPts val="0"/>
              </a:spcAft>
              <a:buClr>
                <a:schemeClr val="dk1"/>
              </a:buClr>
              <a:buSzPts val="1400"/>
              <a:buFont typeface="Atkinson Hyperlegible"/>
              <a:buChar char="●"/>
            </a:pPr>
            <a:r>
              <a:rPr lang="en">
                <a:solidFill>
                  <a:schemeClr val="dk1"/>
                </a:solidFill>
                <a:latin typeface="Atkinson Hyperlegible"/>
                <a:ea typeface="Atkinson Hyperlegible"/>
                <a:cs typeface="Atkinson Hyperlegible"/>
                <a:sym typeface="Atkinson Hyperlegible"/>
              </a:rPr>
              <a:t>77% of penalized offenders end up in Credit Collection</a:t>
            </a:r>
            <a:endParaRPr>
              <a:solidFill>
                <a:schemeClr val="dk1"/>
              </a:solidFill>
              <a:latin typeface="Atkinson Hyperlegible"/>
              <a:ea typeface="Atkinson Hyperlegible"/>
              <a:cs typeface="Atkinson Hyperlegible"/>
              <a:sym typeface="Atkinson Hyperlegible"/>
            </a:endParaRPr>
          </a:p>
        </p:txBody>
      </p:sp>
      <p:pic>
        <p:nvPicPr>
          <p:cNvPr id="474" name="Google Shape;474;g31feb7dc331_6_15"/>
          <p:cNvPicPr preferRelativeResize="0"/>
          <p:nvPr/>
        </p:nvPicPr>
        <p:blipFill>
          <a:blip r:embed="rId3">
            <a:alphaModFix/>
          </a:blip>
          <a:stretch>
            <a:fillRect/>
          </a:stretch>
        </p:blipFill>
        <p:spPr>
          <a:xfrm>
            <a:off x="2538413" y="2190900"/>
            <a:ext cx="4067175" cy="1333500"/>
          </a:xfrm>
          <a:prstGeom prst="rect">
            <a:avLst/>
          </a:prstGeom>
          <a:noFill/>
          <a:ln>
            <a:noFill/>
          </a:ln>
        </p:spPr>
      </p:pic>
      <p:sp>
        <p:nvSpPr>
          <p:cNvPr id="475" name="Google Shape;475;g31feb7dc331_6_15"/>
          <p:cNvSpPr txBox="1"/>
          <p:nvPr>
            <p:ph type="title"/>
          </p:nvPr>
        </p:nvSpPr>
        <p:spPr>
          <a:xfrm>
            <a:off x="722376" y="539506"/>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3000"/>
              <a:buFont typeface="Arial"/>
              <a:buNone/>
            </a:pPr>
            <a:r>
              <a:rPr lang="en"/>
              <a:t>Most common, longest arc</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31feb7dc331_6_22"/>
          <p:cNvSpPr txBox="1"/>
          <p:nvPr/>
        </p:nvSpPr>
        <p:spPr>
          <a:xfrm>
            <a:off x="814575" y="1134725"/>
            <a:ext cx="45504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latin typeface="Atkinson Hyperlegible"/>
                <a:ea typeface="Atkinson Hyperlegible"/>
                <a:cs typeface="Atkinson Hyperlegible"/>
                <a:sym typeface="Atkinson Hyperlegible"/>
              </a:rPr>
              <a:t>Add Penalty &gt; Payment</a:t>
            </a:r>
            <a:endParaRPr>
              <a:solidFill>
                <a:schemeClr val="dk1"/>
              </a:solidFill>
              <a:latin typeface="Atkinson Hyperlegible"/>
              <a:ea typeface="Atkinson Hyperlegible"/>
              <a:cs typeface="Atkinson Hyperlegible"/>
              <a:sym typeface="Atkinson Hyperlegible"/>
            </a:endParaRPr>
          </a:p>
          <a:p>
            <a:pPr indent="-317500" lvl="0" marL="457200" rtl="0" algn="l">
              <a:lnSpc>
                <a:spcPct val="115000"/>
              </a:lnSpc>
              <a:spcBef>
                <a:spcPts val="0"/>
              </a:spcBef>
              <a:spcAft>
                <a:spcPts val="0"/>
              </a:spcAft>
              <a:buClr>
                <a:schemeClr val="dk1"/>
              </a:buClr>
              <a:buSzPts val="1400"/>
              <a:buFont typeface="Atkinson Hyperlegible"/>
              <a:buChar char="●"/>
            </a:pPr>
            <a:r>
              <a:rPr lang="en">
                <a:solidFill>
                  <a:schemeClr val="dk1"/>
                </a:solidFill>
                <a:latin typeface="Atkinson Hyperlegible"/>
                <a:ea typeface="Atkinson Hyperlegible"/>
                <a:cs typeface="Atkinson Hyperlegible"/>
                <a:sym typeface="Atkinson Hyperlegible"/>
              </a:rPr>
              <a:t>50% pay penalties before 2 months</a:t>
            </a:r>
            <a:endParaRPr>
              <a:solidFill>
                <a:schemeClr val="dk1"/>
              </a:solidFill>
              <a:latin typeface="Atkinson Hyperlegible"/>
              <a:ea typeface="Atkinson Hyperlegible"/>
              <a:cs typeface="Atkinson Hyperlegible"/>
              <a:sym typeface="Atkinson Hyperlegible"/>
            </a:endParaRPr>
          </a:p>
          <a:p>
            <a:pPr indent="-317500" lvl="0" marL="457200" rtl="0" algn="l">
              <a:lnSpc>
                <a:spcPct val="115000"/>
              </a:lnSpc>
              <a:spcBef>
                <a:spcPts val="0"/>
              </a:spcBef>
              <a:spcAft>
                <a:spcPts val="0"/>
              </a:spcAft>
              <a:buClr>
                <a:schemeClr val="dk1"/>
              </a:buClr>
              <a:buSzPts val="1400"/>
              <a:buFont typeface="Atkinson Hyperlegible"/>
              <a:buChar char="●"/>
            </a:pPr>
            <a:r>
              <a:rPr lang="en">
                <a:solidFill>
                  <a:schemeClr val="dk1"/>
                </a:solidFill>
                <a:latin typeface="Atkinson Hyperlegible"/>
                <a:ea typeface="Atkinson Hyperlegible"/>
                <a:cs typeface="Atkinson Hyperlegible"/>
                <a:sym typeface="Atkinson Hyperlegible"/>
              </a:rPr>
              <a:t>Around 9,000 cases take longer</a:t>
            </a:r>
            <a:endParaRPr>
              <a:solidFill>
                <a:schemeClr val="dk1"/>
              </a:solidFill>
              <a:latin typeface="Atkinson Hyperlegible"/>
              <a:ea typeface="Atkinson Hyperlegible"/>
              <a:cs typeface="Atkinson Hyperlegible"/>
              <a:sym typeface="Atkinson Hyperlegible"/>
            </a:endParaRPr>
          </a:p>
        </p:txBody>
      </p:sp>
      <p:pic>
        <p:nvPicPr>
          <p:cNvPr id="481" name="Google Shape;481;g31feb7dc331_6_22"/>
          <p:cNvPicPr preferRelativeResize="0"/>
          <p:nvPr/>
        </p:nvPicPr>
        <p:blipFill rotWithShape="1">
          <a:blip r:embed="rId3">
            <a:alphaModFix/>
          </a:blip>
          <a:srcRect b="0" l="0" r="0" t="9288"/>
          <a:stretch/>
        </p:blipFill>
        <p:spPr>
          <a:xfrm>
            <a:off x="1751525" y="2819932"/>
            <a:ext cx="5372101" cy="1837568"/>
          </a:xfrm>
          <a:prstGeom prst="rect">
            <a:avLst/>
          </a:prstGeom>
          <a:noFill/>
          <a:ln>
            <a:noFill/>
          </a:ln>
        </p:spPr>
      </p:pic>
      <p:pic>
        <p:nvPicPr>
          <p:cNvPr id="482" name="Google Shape;482;g31feb7dc331_6_22"/>
          <p:cNvPicPr preferRelativeResize="0"/>
          <p:nvPr/>
        </p:nvPicPr>
        <p:blipFill>
          <a:blip r:embed="rId4">
            <a:alphaModFix/>
          </a:blip>
          <a:stretch>
            <a:fillRect/>
          </a:stretch>
        </p:blipFill>
        <p:spPr>
          <a:xfrm>
            <a:off x="1751525" y="2191775"/>
            <a:ext cx="5372100" cy="619125"/>
          </a:xfrm>
          <a:prstGeom prst="rect">
            <a:avLst/>
          </a:prstGeom>
          <a:noFill/>
          <a:ln>
            <a:noFill/>
          </a:ln>
        </p:spPr>
      </p:pic>
      <p:sp>
        <p:nvSpPr>
          <p:cNvPr id="483" name="Google Shape;483;g31feb7dc331_6_22"/>
          <p:cNvSpPr txBox="1"/>
          <p:nvPr>
            <p:ph type="title"/>
          </p:nvPr>
        </p:nvSpPr>
        <p:spPr>
          <a:xfrm>
            <a:off x="722376" y="539506"/>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Other interesting arcs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g31feb7dc331_0_3"/>
          <p:cNvSpPr txBox="1"/>
          <p:nvPr>
            <p:ph type="title"/>
          </p:nvPr>
        </p:nvSpPr>
        <p:spPr>
          <a:xfrm>
            <a:off x="722376" y="539506"/>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Payment </a:t>
            </a:r>
            <a:r>
              <a:rPr lang="en"/>
              <a:t>Obligation</a:t>
            </a:r>
            <a:endParaRPr/>
          </a:p>
        </p:txBody>
      </p:sp>
      <p:sp>
        <p:nvSpPr>
          <p:cNvPr id="489" name="Google Shape;489;g31feb7dc331_0_3"/>
          <p:cNvSpPr txBox="1"/>
          <p:nvPr/>
        </p:nvSpPr>
        <p:spPr>
          <a:xfrm>
            <a:off x="916175" y="1202100"/>
            <a:ext cx="45504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Atkinson Hyperlegible"/>
              <a:buChar char="●"/>
            </a:pPr>
            <a:r>
              <a:rPr lang="en">
                <a:solidFill>
                  <a:schemeClr val="dk1"/>
                </a:solidFill>
                <a:latin typeface="Atkinson Hyperlegible"/>
                <a:ea typeface="Atkinson Hyperlegible"/>
                <a:cs typeface="Atkinson Hyperlegible"/>
                <a:sym typeface="Atkinson Hyperlegible"/>
              </a:rPr>
              <a:t>Negative correlation with the duration</a:t>
            </a:r>
            <a:endParaRPr>
              <a:solidFill>
                <a:schemeClr val="dk1"/>
              </a:solidFill>
              <a:latin typeface="Atkinson Hyperlegible"/>
              <a:ea typeface="Atkinson Hyperlegible"/>
              <a:cs typeface="Atkinson Hyperlegible"/>
              <a:sym typeface="Atkinson Hyperlegible"/>
            </a:endParaRPr>
          </a:p>
        </p:txBody>
      </p:sp>
      <p:pic>
        <p:nvPicPr>
          <p:cNvPr id="490" name="Google Shape;490;g31feb7dc331_0_3"/>
          <p:cNvPicPr preferRelativeResize="0"/>
          <p:nvPr/>
        </p:nvPicPr>
        <p:blipFill>
          <a:blip r:embed="rId3">
            <a:alphaModFix/>
          </a:blip>
          <a:stretch>
            <a:fillRect/>
          </a:stretch>
        </p:blipFill>
        <p:spPr>
          <a:xfrm>
            <a:off x="1536700" y="1854200"/>
            <a:ext cx="5734050" cy="2867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g31ff3c625fe_7_3"/>
          <p:cNvSpPr txBox="1"/>
          <p:nvPr>
            <p:ph type="title"/>
          </p:nvPr>
        </p:nvSpPr>
        <p:spPr>
          <a:xfrm>
            <a:off x="722376" y="539506"/>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Payment </a:t>
            </a:r>
            <a:r>
              <a:rPr lang="en"/>
              <a:t>Obligation</a:t>
            </a:r>
            <a:endParaRPr/>
          </a:p>
        </p:txBody>
      </p:sp>
      <p:sp>
        <p:nvSpPr>
          <p:cNvPr id="496" name="Google Shape;496;g31ff3c625fe_7_3"/>
          <p:cNvSpPr txBox="1"/>
          <p:nvPr/>
        </p:nvSpPr>
        <p:spPr>
          <a:xfrm>
            <a:off x="916175" y="1202100"/>
            <a:ext cx="45504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Atkinson Hyperlegible"/>
              <a:buChar char="●"/>
            </a:pPr>
            <a:r>
              <a:rPr lang="en">
                <a:solidFill>
                  <a:schemeClr val="dk1"/>
                </a:solidFill>
                <a:latin typeface="Atkinson Hyperlegible"/>
                <a:ea typeface="Atkinson Hyperlegible"/>
                <a:cs typeface="Atkinson Hyperlegible"/>
                <a:sym typeface="Atkinson Hyperlegible"/>
              </a:rPr>
              <a:t>Negative correlation with the duration</a:t>
            </a:r>
            <a:endParaRPr>
              <a:solidFill>
                <a:schemeClr val="dk1"/>
              </a:solidFill>
              <a:latin typeface="Atkinson Hyperlegible"/>
              <a:ea typeface="Atkinson Hyperlegible"/>
              <a:cs typeface="Atkinson Hyperlegible"/>
              <a:sym typeface="Atkinson Hyperlegible"/>
            </a:endParaRPr>
          </a:p>
        </p:txBody>
      </p:sp>
      <p:pic>
        <p:nvPicPr>
          <p:cNvPr id="497" name="Google Shape;497;g31ff3c625fe_7_3"/>
          <p:cNvPicPr preferRelativeResize="0"/>
          <p:nvPr/>
        </p:nvPicPr>
        <p:blipFill>
          <a:blip r:embed="rId3">
            <a:alphaModFix/>
          </a:blip>
          <a:stretch>
            <a:fillRect/>
          </a:stretch>
        </p:blipFill>
        <p:spPr>
          <a:xfrm>
            <a:off x="1390950" y="2035100"/>
            <a:ext cx="6168924" cy="2838525"/>
          </a:xfrm>
          <a:prstGeom prst="rect">
            <a:avLst/>
          </a:prstGeom>
          <a:noFill/>
          <a:ln>
            <a:noFill/>
          </a:ln>
        </p:spPr>
      </p:pic>
      <p:pic>
        <p:nvPicPr>
          <p:cNvPr id="498" name="Google Shape;498;g31ff3c625fe_7_3"/>
          <p:cNvPicPr preferRelativeResize="0"/>
          <p:nvPr/>
        </p:nvPicPr>
        <p:blipFill rotWithShape="1">
          <a:blip r:embed="rId3">
            <a:alphaModFix/>
          </a:blip>
          <a:srcRect b="85901" l="70765" r="11323" t="4158"/>
          <a:stretch/>
        </p:blipFill>
        <p:spPr>
          <a:xfrm>
            <a:off x="3686374" y="1865525"/>
            <a:ext cx="1663701" cy="282150"/>
          </a:xfrm>
          <a:prstGeom prst="rect">
            <a:avLst/>
          </a:prstGeom>
          <a:noFill/>
          <a:ln>
            <a:noFill/>
          </a:ln>
        </p:spPr>
      </p:pic>
      <p:pic>
        <p:nvPicPr>
          <p:cNvPr id="499" name="Google Shape;499;g31ff3c625fe_7_3"/>
          <p:cNvPicPr preferRelativeResize="0"/>
          <p:nvPr/>
        </p:nvPicPr>
        <p:blipFill rotWithShape="1">
          <a:blip r:embed="rId3">
            <a:alphaModFix/>
          </a:blip>
          <a:srcRect b="86895" l="55737" r="18323" t="5051"/>
          <a:stretch/>
        </p:blipFill>
        <p:spPr>
          <a:xfrm>
            <a:off x="1771950" y="4549700"/>
            <a:ext cx="5724426" cy="323925"/>
          </a:xfrm>
          <a:prstGeom prst="rect">
            <a:avLst/>
          </a:prstGeom>
          <a:noFill/>
          <a:ln>
            <a:noFill/>
          </a:ln>
        </p:spPr>
      </p:pic>
      <p:pic>
        <p:nvPicPr>
          <p:cNvPr id="500" name="Google Shape;500;g31ff3c625fe_7_3"/>
          <p:cNvPicPr preferRelativeResize="0"/>
          <p:nvPr/>
        </p:nvPicPr>
        <p:blipFill rotWithShape="1">
          <a:blip r:embed="rId3">
            <a:alphaModFix/>
          </a:blip>
          <a:srcRect b="86895" l="55737" r="18323" t="5051"/>
          <a:stretch/>
        </p:blipFill>
        <p:spPr>
          <a:xfrm>
            <a:off x="1422700" y="2915151"/>
            <a:ext cx="142775" cy="1202750"/>
          </a:xfrm>
          <a:prstGeom prst="rect">
            <a:avLst/>
          </a:prstGeom>
          <a:noFill/>
          <a:ln>
            <a:noFill/>
          </a:ln>
        </p:spPr>
      </p:pic>
      <p:sp>
        <p:nvSpPr>
          <p:cNvPr id="501" name="Google Shape;501;g31ff3c625fe_7_3"/>
          <p:cNvSpPr txBox="1"/>
          <p:nvPr/>
        </p:nvSpPr>
        <p:spPr>
          <a:xfrm rot="-5400000">
            <a:off x="-976862" y="1497650"/>
            <a:ext cx="4941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Average Cost (€)</a:t>
            </a:r>
            <a:endParaRPr>
              <a:solidFill>
                <a:schemeClr val="dk1"/>
              </a:solidFill>
              <a:latin typeface="Atkinson Hyperlegible"/>
              <a:ea typeface="Atkinson Hyperlegible"/>
              <a:cs typeface="Atkinson Hyperlegible"/>
              <a:sym typeface="Atkinson Hyperlegible"/>
            </a:endParaRPr>
          </a:p>
        </p:txBody>
      </p:sp>
      <p:pic>
        <p:nvPicPr>
          <p:cNvPr id="502" name="Google Shape;502;g31ff3c625fe_7_3"/>
          <p:cNvPicPr preferRelativeResize="0"/>
          <p:nvPr/>
        </p:nvPicPr>
        <p:blipFill rotWithShape="1">
          <a:blip r:embed="rId3">
            <a:alphaModFix/>
          </a:blip>
          <a:srcRect b="86895" l="55737" r="18323" t="5051"/>
          <a:stretch/>
        </p:blipFill>
        <p:spPr>
          <a:xfrm>
            <a:off x="1390950" y="1711175"/>
            <a:ext cx="6105425" cy="436500"/>
          </a:xfrm>
          <a:prstGeom prst="rect">
            <a:avLst/>
          </a:prstGeom>
          <a:noFill/>
          <a:ln>
            <a:noFill/>
          </a:ln>
        </p:spPr>
      </p:pic>
      <p:sp>
        <p:nvSpPr>
          <p:cNvPr id="503" name="Google Shape;503;g31ff3c625fe_7_3"/>
          <p:cNvSpPr txBox="1"/>
          <p:nvPr/>
        </p:nvSpPr>
        <p:spPr>
          <a:xfrm>
            <a:off x="2004463" y="1806500"/>
            <a:ext cx="4941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Atkinson Hyperlegible"/>
                <a:ea typeface="Atkinson Hyperlegible"/>
                <a:cs typeface="Atkinson Hyperlegible"/>
                <a:sym typeface="Atkinson Hyperlegible"/>
              </a:rPr>
              <a:t>Average Total payment Obligation by Credit Collection</a:t>
            </a:r>
            <a:endParaRPr>
              <a:solidFill>
                <a:schemeClr val="dk1"/>
              </a:solidFill>
              <a:latin typeface="Atkinson Hyperlegible"/>
              <a:ea typeface="Atkinson Hyperlegible"/>
              <a:cs typeface="Atkinson Hyperlegible"/>
              <a:sym typeface="Atkinson Hyperlegible"/>
            </a:endParaRPr>
          </a:p>
        </p:txBody>
      </p:sp>
      <p:pic>
        <p:nvPicPr>
          <p:cNvPr id="504" name="Google Shape;504;g31ff3c625fe_7_3"/>
          <p:cNvPicPr preferRelativeResize="0"/>
          <p:nvPr/>
        </p:nvPicPr>
        <p:blipFill rotWithShape="1">
          <a:blip r:embed="rId3">
            <a:alphaModFix/>
          </a:blip>
          <a:srcRect b="87225" l="92828" r="1083" t="4784"/>
          <a:stretch/>
        </p:blipFill>
        <p:spPr>
          <a:xfrm>
            <a:off x="6391475" y="1920800"/>
            <a:ext cx="1104900" cy="667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pic>
        <p:nvPicPr>
          <p:cNvPr id="509" name="Google Shape;509;g31fd2f8dbcf_0_24"/>
          <p:cNvPicPr preferRelativeResize="0"/>
          <p:nvPr/>
        </p:nvPicPr>
        <p:blipFill>
          <a:blip r:embed="rId3">
            <a:alphaModFix/>
          </a:blip>
          <a:stretch>
            <a:fillRect/>
          </a:stretch>
        </p:blipFill>
        <p:spPr>
          <a:xfrm>
            <a:off x="1617500" y="1316400"/>
            <a:ext cx="5274726" cy="2593550"/>
          </a:xfrm>
          <a:prstGeom prst="rect">
            <a:avLst/>
          </a:prstGeom>
          <a:noFill/>
          <a:ln>
            <a:noFill/>
          </a:ln>
        </p:spPr>
      </p:pic>
      <p:sp>
        <p:nvSpPr>
          <p:cNvPr id="510" name="Google Shape;510;g31fd2f8dbcf_0_24"/>
          <p:cNvSpPr txBox="1"/>
          <p:nvPr/>
        </p:nvSpPr>
        <p:spPr>
          <a:xfrm>
            <a:off x="1412200" y="3947125"/>
            <a:ext cx="5674800" cy="1638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Article 7 </a:t>
            </a:r>
            <a:r>
              <a:rPr lang="en" sz="1100">
                <a:solidFill>
                  <a:schemeClr val="dk1"/>
                </a:solidFill>
              </a:rPr>
              <a:t>prohibits the use of lanes specifically reserved for public transport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Article 157 </a:t>
            </a:r>
            <a:r>
              <a:rPr lang="en" sz="1100">
                <a:solidFill>
                  <a:schemeClr val="dk1"/>
                </a:solidFill>
              </a:rPr>
              <a:t>addresses the rules concerning vehicle stopping and parking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Article 142</a:t>
            </a:r>
            <a:r>
              <a:rPr lang="en" sz="1100">
                <a:solidFill>
                  <a:schemeClr val="dk1"/>
                </a:solidFill>
              </a:rPr>
              <a:t> address speeding regulations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Article 158</a:t>
            </a:r>
            <a:r>
              <a:rPr lang="en" sz="1100">
                <a:solidFill>
                  <a:schemeClr val="dk1"/>
                </a:solidFill>
              </a:rPr>
              <a:t> addresses loading and unloading goods</a:t>
            </a:r>
            <a:endParaRPr sz="1100">
              <a:solidFill>
                <a:schemeClr val="dk1"/>
              </a:solidFill>
            </a:endParaRPr>
          </a:p>
        </p:txBody>
      </p:sp>
      <p:sp>
        <p:nvSpPr>
          <p:cNvPr id="511" name="Google Shape;511;g31fd2f8dbcf_0_24"/>
          <p:cNvSpPr txBox="1"/>
          <p:nvPr>
            <p:ph type="title"/>
          </p:nvPr>
        </p:nvSpPr>
        <p:spPr>
          <a:xfrm>
            <a:off x="722376" y="539506"/>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Violated Article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pic>
        <p:nvPicPr>
          <p:cNvPr id="516" name="Google Shape;516;g31fd2f8dbcf_0_10"/>
          <p:cNvPicPr preferRelativeResize="0"/>
          <p:nvPr/>
        </p:nvPicPr>
        <p:blipFill>
          <a:blip r:embed="rId3">
            <a:alphaModFix/>
          </a:blip>
          <a:stretch>
            <a:fillRect/>
          </a:stretch>
        </p:blipFill>
        <p:spPr>
          <a:xfrm>
            <a:off x="4730975" y="2157950"/>
            <a:ext cx="4413031" cy="2185425"/>
          </a:xfrm>
          <a:prstGeom prst="rect">
            <a:avLst/>
          </a:prstGeom>
          <a:noFill/>
          <a:ln>
            <a:noFill/>
          </a:ln>
        </p:spPr>
      </p:pic>
      <p:pic>
        <p:nvPicPr>
          <p:cNvPr id="517" name="Google Shape;517;g31fd2f8dbcf_0_10"/>
          <p:cNvPicPr preferRelativeResize="0"/>
          <p:nvPr/>
        </p:nvPicPr>
        <p:blipFill>
          <a:blip r:embed="rId4">
            <a:alphaModFix/>
          </a:blip>
          <a:stretch>
            <a:fillRect/>
          </a:stretch>
        </p:blipFill>
        <p:spPr>
          <a:xfrm>
            <a:off x="176275" y="2157951"/>
            <a:ext cx="4419800" cy="2185425"/>
          </a:xfrm>
          <a:prstGeom prst="rect">
            <a:avLst/>
          </a:prstGeom>
          <a:noFill/>
          <a:ln>
            <a:noFill/>
          </a:ln>
        </p:spPr>
      </p:pic>
      <p:sp>
        <p:nvSpPr>
          <p:cNvPr id="518" name="Google Shape;518;g31fd2f8dbcf_0_10"/>
          <p:cNvSpPr txBox="1"/>
          <p:nvPr>
            <p:ph type="title"/>
          </p:nvPr>
        </p:nvSpPr>
        <p:spPr>
          <a:xfrm>
            <a:off x="722376" y="539506"/>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a:t>N</a:t>
            </a:r>
            <a:r>
              <a:rPr lang="en"/>
              <a:t>otifying </a:t>
            </a:r>
            <a:r>
              <a:rPr lang="en"/>
              <a:t>Penalties</a:t>
            </a:r>
            <a:endParaRPr/>
          </a:p>
        </p:txBody>
      </p:sp>
      <p:sp>
        <p:nvSpPr>
          <p:cNvPr id="519" name="Google Shape;519;g31fd2f8dbcf_0_10"/>
          <p:cNvSpPr txBox="1"/>
          <p:nvPr/>
        </p:nvSpPr>
        <p:spPr>
          <a:xfrm>
            <a:off x="916175" y="1202100"/>
            <a:ext cx="4550400" cy="400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Atkinson Hyperlegible"/>
              <a:buChar char="●"/>
            </a:pPr>
            <a:r>
              <a:rPr lang="en">
                <a:solidFill>
                  <a:schemeClr val="dk1"/>
                </a:solidFill>
                <a:latin typeface="Atkinson Hyperlegible"/>
                <a:ea typeface="Atkinson Hyperlegible"/>
                <a:cs typeface="Atkinson Hyperlegible"/>
                <a:sym typeface="Atkinson Hyperlegible"/>
              </a:rPr>
              <a:t>Created in the </a:t>
            </a:r>
            <a:r>
              <a:rPr i="1" lang="en">
                <a:solidFill>
                  <a:schemeClr val="dk1"/>
                </a:solidFill>
                <a:latin typeface="Atkinson Hyperlegible"/>
                <a:ea typeface="Atkinson Hyperlegible"/>
                <a:cs typeface="Atkinson Hyperlegible"/>
                <a:sym typeface="Atkinson Hyperlegible"/>
              </a:rPr>
              <a:t>Insert Fine Notification</a:t>
            </a:r>
            <a:r>
              <a:rPr lang="en">
                <a:solidFill>
                  <a:schemeClr val="dk1"/>
                </a:solidFill>
                <a:latin typeface="Atkinson Hyperlegible"/>
                <a:ea typeface="Atkinson Hyperlegible"/>
                <a:cs typeface="Atkinson Hyperlegible"/>
                <a:sym typeface="Atkinson Hyperlegible"/>
              </a:rPr>
              <a:t> activity</a:t>
            </a:r>
            <a:endParaRPr>
              <a:solidFill>
                <a:schemeClr val="dk1"/>
              </a:solidFill>
              <a:latin typeface="Atkinson Hyperlegible"/>
              <a:ea typeface="Atkinson Hyperlegible"/>
              <a:cs typeface="Atkinson Hyperlegible"/>
              <a:sym typeface="Atkinson Hyperlegibl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grpSp>
        <p:nvGrpSpPr>
          <p:cNvPr id="524" name="Google Shape;524;p6"/>
          <p:cNvGrpSpPr/>
          <p:nvPr/>
        </p:nvGrpSpPr>
        <p:grpSpPr>
          <a:xfrm>
            <a:off x="3223437" y="2"/>
            <a:ext cx="2366780" cy="5143554"/>
            <a:chOff x="-22726" y="0"/>
            <a:chExt cx="2370810" cy="5152313"/>
          </a:xfrm>
        </p:grpSpPr>
        <p:pic>
          <p:nvPicPr>
            <p:cNvPr id="525" name="Google Shape;525;p6"/>
            <p:cNvPicPr preferRelativeResize="0"/>
            <p:nvPr/>
          </p:nvPicPr>
          <p:blipFill rotWithShape="1">
            <a:blip r:embed="rId3">
              <a:alphaModFix/>
            </a:blip>
            <a:srcRect b="30034" l="5517" r="0" t="-5104"/>
            <a:stretch/>
          </p:blipFill>
          <p:spPr>
            <a:xfrm rot="5400000">
              <a:off x="-361014" y="877812"/>
              <a:ext cx="2605925" cy="1929300"/>
            </a:xfrm>
            <a:prstGeom prst="rect">
              <a:avLst/>
            </a:prstGeom>
            <a:noFill/>
            <a:ln>
              <a:noFill/>
            </a:ln>
          </p:spPr>
        </p:pic>
        <p:pic>
          <p:nvPicPr>
            <p:cNvPr id="526" name="Google Shape;526;p6"/>
            <p:cNvPicPr preferRelativeResize="0"/>
            <p:nvPr/>
          </p:nvPicPr>
          <p:blipFill rotWithShape="1">
            <a:blip r:embed="rId4">
              <a:alphaModFix/>
            </a:blip>
            <a:srcRect b="50880" l="11254" r="13011" t="0"/>
            <a:stretch/>
          </p:blipFill>
          <p:spPr>
            <a:xfrm rot="5400000">
              <a:off x="-487394" y="1982825"/>
              <a:ext cx="2190249" cy="1214897"/>
            </a:xfrm>
            <a:prstGeom prst="rect">
              <a:avLst/>
            </a:prstGeom>
            <a:noFill/>
            <a:ln>
              <a:noFill/>
            </a:ln>
          </p:spPr>
        </p:pic>
        <p:pic>
          <p:nvPicPr>
            <p:cNvPr id="527" name="Google Shape;527;p6"/>
            <p:cNvPicPr preferRelativeResize="0"/>
            <p:nvPr/>
          </p:nvPicPr>
          <p:blipFill rotWithShape="1">
            <a:blip r:embed="rId3">
              <a:alphaModFix/>
            </a:blip>
            <a:srcRect b="50813" l="0" r="0" t="4102"/>
            <a:stretch/>
          </p:blipFill>
          <p:spPr>
            <a:xfrm rot="5400000">
              <a:off x="-838218" y="3098916"/>
              <a:ext cx="2891885" cy="1214897"/>
            </a:xfrm>
            <a:prstGeom prst="rect">
              <a:avLst/>
            </a:prstGeom>
            <a:noFill/>
            <a:ln>
              <a:noFill/>
            </a:ln>
          </p:spPr>
        </p:pic>
        <p:pic>
          <p:nvPicPr>
            <p:cNvPr id="528" name="Google Shape;528;p6"/>
            <p:cNvPicPr preferRelativeResize="0"/>
            <p:nvPr/>
          </p:nvPicPr>
          <p:blipFill rotWithShape="1">
            <a:blip r:embed="rId3">
              <a:alphaModFix/>
            </a:blip>
            <a:srcRect b="30034" l="5516" r="37550" t="-5104"/>
            <a:stretch/>
          </p:blipFill>
          <p:spPr>
            <a:xfrm rot="5400000">
              <a:off x="197874" y="2998120"/>
              <a:ext cx="1929638" cy="2370781"/>
            </a:xfrm>
            <a:prstGeom prst="rect">
              <a:avLst/>
            </a:prstGeom>
            <a:noFill/>
            <a:ln>
              <a:noFill/>
            </a:ln>
          </p:spPr>
        </p:pic>
        <p:pic>
          <p:nvPicPr>
            <p:cNvPr id="529" name="Google Shape;529;p6"/>
            <p:cNvPicPr preferRelativeResize="0"/>
            <p:nvPr/>
          </p:nvPicPr>
          <p:blipFill rotWithShape="1">
            <a:blip r:embed="rId3">
              <a:alphaModFix/>
            </a:blip>
            <a:srcRect b="30034" l="5517" r="0" t="-5104"/>
            <a:stretch/>
          </p:blipFill>
          <p:spPr>
            <a:xfrm rot="5400000">
              <a:off x="-288575" y="3041699"/>
              <a:ext cx="2048200" cy="1516500"/>
            </a:xfrm>
            <a:prstGeom prst="rect">
              <a:avLst/>
            </a:prstGeom>
            <a:noFill/>
            <a:ln>
              <a:noFill/>
            </a:ln>
          </p:spPr>
        </p:pic>
        <p:pic>
          <p:nvPicPr>
            <p:cNvPr id="530" name="Google Shape;530;p6"/>
            <p:cNvPicPr preferRelativeResize="0"/>
            <p:nvPr/>
          </p:nvPicPr>
          <p:blipFill rotWithShape="1">
            <a:blip r:embed="rId4">
              <a:alphaModFix/>
            </a:blip>
            <a:srcRect b="50880" l="11254" r="13011" t="0"/>
            <a:stretch/>
          </p:blipFill>
          <p:spPr>
            <a:xfrm rot="5400000">
              <a:off x="-358013" y="2865168"/>
              <a:ext cx="1580494" cy="876739"/>
            </a:xfrm>
            <a:prstGeom prst="rect">
              <a:avLst/>
            </a:prstGeom>
            <a:noFill/>
            <a:ln>
              <a:noFill/>
            </a:ln>
          </p:spPr>
        </p:pic>
        <p:pic>
          <p:nvPicPr>
            <p:cNvPr id="531" name="Google Shape;531;p6"/>
            <p:cNvPicPr preferRelativeResize="0"/>
            <p:nvPr/>
          </p:nvPicPr>
          <p:blipFill rotWithShape="1">
            <a:blip r:embed="rId3">
              <a:alphaModFix/>
            </a:blip>
            <a:srcRect b="50813" l="0" r="0" t="4102"/>
            <a:stretch/>
          </p:blipFill>
          <p:spPr>
            <a:xfrm rot="5400000">
              <a:off x="-611169" y="3670544"/>
              <a:ext cx="2086798" cy="876739"/>
            </a:xfrm>
            <a:prstGeom prst="rect">
              <a:avLst/>
            </a:prstGeom>
            <a:noFill/>
            <a:ln>
              <a:noFill/>
            </a:ln>
          </p:spPr>
        </p:pic>
        <p:pic>
          <p:nvPicPr>
            <p:cNvPr id="532" name="Google Shape;532;p6"/>
            <p:cNvPicPr preferRelativeResize="0"/>
            <p:nvPr/>
          </p:nvPicPr>
          <p:blipFill rotWithShape="1">
            <a:blip r:embed="rId3">
              <a:alphaModFix/>
            </a:blip>
            <a:srcRect b="30034" l="5518" r="50851" t="-5104"/>
            <a:stretch/>
          </p:blipFill>
          <p:spPr>
            <a:xfrm rot="5400000">
              <a:off x="299210" y="3435075"/>
              <a:ext cx="1067033" cy="1710895"/>
            </a:xfrm>
            <a:prstGeom prst="rect">
              <a:avLst/>
            </a:prstGeom>
            <a:noFill/>
            <a:ln>
              <a:noFill/>
            </a:ln>
          </p:spPr>
        </p:pic>
        <p:pic>
          <p:nvPicPr>
            <p:cNvPr id="533" name="Google Shape;533;p6"/>
            <p:cNvPicPr preferRelativeResize="0"/>
            <p:nvPr/>
          </p:nvPicPr>
          <p:blipFill rotWithShape="1">
            <a:blip r:embed="rId5">
              <a:alphaModFix/>
            </a:blip>
            <a:srcRect b="50443" l="0" r="0" t="0"/>
            <a:stretch/>
          </p:blipFill>
          <p:spPr>
            <a:xfrm rot="5400000">
              <a:off x="-380108" y="4181573"/>
              <a:ext cx="1328116" cy="613343"/>
            </a:xfrm>
            <a:prstGeom prst="rect">
              <a:avLst/>
            </a:prstGeom>
            <a:noFill/>
            <a:ln>
              <a:noFill/>
            </a:ln>
          </p:spPr>
        </p:pic>
        <p:pic>
          <p:nvPicPr>
            <p:cNvPr id="534" name="Google Shape;534;p6"/>
            <p:cNvPicPr preferRelativeResize="0"/>
            <p:nvPr/>
          </p:nvPicPr>
          <p:blipFill rotWithShape="1">
            <a:blip r:embed="rId5">
              <a:alphaModFix/>
            </a:blip>
            <a:srcRect b="50443" l="0" r="0" t="0"/>
            <a:stretch/>
          </p:blipFill>
          <p:spPr>
            <a:xfrm rot="5400000">
              <a:off x="71478" y="4181573"/>
              <a:ext cx="1328116" cy="613343"/>
            </a:xfrm>
            <a:prstGeom prst="rect">
              <a:avLst/>
            </a:prstGeom>
            <a:noFill/>
            <a:ln>
              <a:noFill/>
            </a:ln>
          </p:spPr>
        </p:pic>
        <p:pic>
          <p:nvPicPr>
            <p:cNvPr id="535" name="Google Shape;535;p6"/>
            <p:cNvPicPr preferRelativeResize="0"/>
            <p:nvPr/>
          </p:nvPicPr>
          <p:blipFill rotWithShape="1">
            <a:blip r:embed="rId3">
              <a:alphaModFix/>
            </a:blip>
            <a:srcRect b="47015" l="35435" r="12098" t="1038"/>
            <a:stretch/>
          </p:blipFill>
          <p:spPr>
            <a:xfrm rot="5400000">
              <a:off x="-103713" y="81012"/>
              <a:ext cx="2091325" cy="1929300"/>
            </a:xfrm>
            <a:prstGeom prst="rect">
              <a:avLst/>
            </a:prstGeom>
            <a:noFill/>
            <a:ln>
              <a:noFill/>
            </a:ln>
          </p:spPr>
        </p:pic>
        <p:pic>
          <p:nvPicPr>
            <p:cNvPr id="536" name="Google Shape;536;p6"/>
            <p:cNvPicPr preferRelativeResize="0"/>
            <p:nvPr/>
          </p:nvPicPr>
          <p:blipFill rotWithShape="1">
            <a:blip r:embed="rId5">
              <a:alphaModFix/>
            </a:blip>
            <a:srcRect b="50443" l="0" r="0" t="0"/>
            <a:stretch/>
          </p:blipFill>
          <p:spPr>
            <a:xfrm rot="5400000">
              <a:off x="-230383" y="1816890"/>
              <a:ext cx="771750" cy="356382"/>
            </a:xfrm>
            <a:prstGeom prst="rect">
              <a:avLst/>
            </a:prstGeom>
            <a:noFill/>
            <a:ln>
              <a:noFill/>
            </a:ln>
          </p:spPr>
        </p:pic>
        <p:pic>
          <p:nvPicPr>
            <p:cNvPr id="537" name="Google Shape;537;p6"/>
            <p:cNvPicPr preferRelativeResize="0"/>
            <p:nvPr/>
          </p:nvPicPr>
          <p:blipFill rotWithShape="1">
            <a:blip r:embed="rId5">
              <a:alphaModFix/>
            </a:blip>
            <a:srcRect b="50443" l="0" r="0" t="0"/>
            <a:stretch/>
          </p:blipFill>
          <p:spPr>
            <a:xfrm rot="5400000">
              <a:off x="-517999" y="2755704"/>
              <a:ext cx="1840503" cy="849910"/>
            </a:xfrm>
            <a:prstGeom prst="rect">
              <a:avLst/>
            </a:prstGeom>
            <a:noFill/>
            <a:ln>
              <a:noFill/>
            </a:ln>
          </p:spPr>
        </p:pic>
        <p:pic>
          <p:nvPicPr>
            <p:cNvPr id="538" name="Google Shape;538;p6"/>
            <p:cNvPicPr preferRelativeResize="0"/>
            <p:nvPr/>
          </p:nvPicPr>
          <p:blipFill rotWithShape="1">
            <a:blip r:embed="rId4">
              <a:alphaModFix/>
            </a:blip>
            <a:srcRect b="50880" l="11254" r="13011" t="0"/>
            <a:stretch/>
          </p:blipFill>
          <p:spPr>
            <a:xfrm rot="5400000">
              <a:off x="-311303" y="3493776"/>
              <a:ext cx="1296169" cy="719015"/>
            </a:xfrm>
            <a:prstGeom prst="rect">
              <a:avLst/>
            </a:prstGeom>
            <a:noFill/>
            <a:ln>
              <a:noFill/>
            </a:ln>
          </p:spPr>
        </p:pic>
      </p:grpSp>
      <p:sp>
        <p:nvSpPr>
          <p:cNvPr id="539" name="Google Shape;539;p6"/>
          <p:cNvSpPr txBox="1"/>
          <p:nvPr>
            <p:ph type="title"/>
          </p:nvPr>
        </p:nvSpPr>
        <p:spPr>
          <a:xfrm>
            <a:off x="4776278" y="2427500"/>
            <a:ext cx="4074600" cy="1542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3600"/>
              <a:t>Recommendations</a:t>
            </a:r>
            <a:endParaRPr sz="3600"/>
          </a:p>
        </p:txBody>
      </p:sp>
      <p:sp>
        <p:nvSpPr>
          <p:cNvPr id="540" name="Google Shape;540;p6"/>
          <p:cNvSpPr txBox="1"/>
          <p:nvPr>
            <p:ph idx="2" type="title"/>
          </p:nvPr>
        </p:nvSpPr>
        <p:spPr>
          <a:xfrm>
            <a:off x="5318450" y="1148175"/>
            <a:ext cx="1214100" cy="1016100"/>
          </a:xfrm>
          <a:prstGeom prst="rect">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04</a:t>
            </a:r>
            <a:endParaRPr/>
          </a:p>
        </p:txBody>
      </p:sp>
      <p:pic>
        <p:nvPicPr>
          <p:cNvPr descr="A train tracks on a street&#10;&#10;Description automatically generated" id="541" name="Google Shape;541;p6"/>
          <p:cNvPicPr preferRelativeResize="0"/>
          <p:nvPr>
            <p:ph idx="3" type="pic"/>
          </p:nvPr>
        </p:nvPicPr>
        <p:blipFill rotWithShape="1">
          <a:blip r:embed="rId6">
            <a:alphaModFix/>
          </a:blip>
          <a:srcRect b="0" l="658" r="657" t="0"/>
          <a:stretch/>
        </p:blipFill>
        <p:spPr>
          <a:xfrm>
            <a:off x="0" y="0"/>
            <a:ext cx="3806100"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1feb7dc331_35_27"/>
          <p:cNvSpPr txBox="1"/>
          <p:nvPr/>
        </p:nvSpPr>
        <p:spPr>
          <a:xfrm>
            <a:off x="944000" y="1341025"/>
            <a:ext cx="7093200" cy="3643800"/>
          </a:xfrm>
          <a:prstGeom prst="rect">
            <a:avLst/>
          </a:prstGeom>
          <a:noFill/>
          <a:ln>
            <a:noFill/>
          </a:ln>
        </p:spPr>
        <p:txBody>
          <a:bodyPr anchorCtr="0" anchor="t" bIns="91425" lIns="91425" spcFirstLastPara="1" rIns="91425" wrap="square" tIns="91425">
            <a:noAutofit/>
          </a:bodyPr>
          <a:lstStyle/>
          <a:p>
            <a:pPr indent="-361950" lvl="0" marL="457200" rtl="0" algn="l">
              <a:lnSpc>
                <a:spcPct val="150000"/>
              </a:lnSpc>
              <a:spcBef>
                <a:spcPts val="1200"/>
              </a:spcBef>
              <a:spcAft>
                <a:spcPts val="0"/>
              </a:spcAft>
              <a:buClr>
                <a:schemeClr val="dk1"/>
              </a:buClr>
              <a:buSzPts val="2100"/>
              <a:buFont typeface="Atkinson Hyperlegible"/>
              <a:buAutoNum type="arabicPeriod"/>
            </a:pPr>
            <a:r>
              <a:rPr lang="en" sz="2100">
                <a:solidFill>
                  <a:schemeClr val="dk1"/>
                </a:solidFill>
                <a:latin typeface="Atkinson Hyperlegible"/>
                <a:ea typeface="Atkinson Hyperlegible"/>
                <a:cs typeface="Atkinson Hyperlegible"/>
                <a:sym typeface="Atkinson Hyperlegible"/>
              </a:rPr>
              <a:t>Raising subsequent fines</a:t>
            </a:r>
            <a:endParaRPr sz="2100">
              <a:solidFill>
                <a:schemeClr val="dk1"/>
              </a:solidFill>
              <a:latin typeface="Atkinson Hyperlegible"/>
              <a:ea typeface="Atkinson Hyperlegible"/>
              <a:cs typeface="Atkinson Hyperlegible"/>
              <a:sym typeface="Atkinson Hyperlegible"/>
            </a:endParaRPr>
          </a:p>
          <a:p>
            <a:pPr indent="-361950" lvl="0" marL="457200" rtl="0" algn="l">
              <a:lnSpc>
                <a:spcPct val="150000"/>
              </a:lnSpc>
              <a:spcBef>
                <a:spcPts val="0"/>
              </a:spcBef>
              <a:spcAft>
                <a:spcPts val="0"/>
              </a:spcAft>
              <a:buClr>
                <a:schemeClr val="dk1"/>
              </a:buClr>
              <a:buSzPts val="2100"/>
              <a:buFont typeface="Atkinson Hyperlegible"/>
              <a:buAutoNum type="arabicPeriod"/>
            </a:pPr>
            <a:r>
              <a:rPr lang="en" sz="2100">
                <a:solidFill>
                  <a:schemeClr val="dk1"/>
                </a:solidFill>
                <a:latin typeface="Atkinson Hyperlegible"/>
                <a:ea typeface="Atkinson Hyperlegible"/>
                <a:cs typeface="Atkinson Hyperlegible"/>
                <a:sym typeface="Atkinson Hyperlegible"/>
              </a:rPr>
              <a:t>Articles 142 and 158</a:t>
            </a:r>
            <a:endParaRPr sz="2100">
              <a:solidFill>
                <a:schemeClr val="dk1"/>
              </a:solidFill>
              <a:latin typeface="Atkinson Hyperlegible"/>
              <a:ea typeface="Atkinson Hyperlegible"/>
              <a:cs typeface="Atkinson Hyperlegible"/>
              <a:sym typeface="Atkinson Hyperlegible"/>
            </a:endParaRPr>
          </a:p>
          <a:p>
            <a:pPr indent="-361950" lvl="0" marL="457200" rtl="0" algn="l">
              <a:lnSpc>
                <a:spcPct val="150000"/>
              </a:lnSpc>
              <a:spcBef>
                <a:spcPts val="0"/>
              </a:spcBef>
              <a:spcAft>
                <a:spcPts val="0"/>
              </a:spcAft>
              <a:buClr>
                <a:schemeClr val="dk1"/>
              </a:buClr>
              <a:buSzPts val="2100"/>
              <a:buFont typeface="Atkinson Hyperlegible"/>
              <a:buAutoNum type="arabicPeriod"/>
            </a:pPr>
            <a:r>
              <a:rPr lang="en" sz="2100">
                <a:solidFill>
                  <a:schemeClr val="dk1"/>
                </a:solidFill>
                <a:latin typeface="Atkinson Hyperlegible"/>
                <a:ea typeface="Atkinson Hyperlegible"/>
                <a:cs typeface="Atkinson Hyperlegible"/>
                <a:sym typeface="Atkinson Hyperlegible"/>
              </a:rPr>
              <a:t>Notification of of the offence sent by card</a:t>
            </a:r>
            <a:endParaRPr sz="2100">
              <a:solidFill>
                <a:schemeClr val="dk1"/>
              </a:solidFill>
              <a:latin typeface="Atkinson Hyperlegible"/>
              <a:ea typeface="Atkinson Hyperlegible"/>
              <a:cs typeface="Atkinson Hyperlegible"/>
              <a:sym typeface="Atkinson Hyperlegible"/>
            </a:endParaRPr>
          </a:p>
          <a:p>
            <a:pPr indent="-361950" lvl="0" marL="457200" rtl="0" algn="l">
              <a:lnSpc>
                <a:spcPct val="150000"/>
              </a:lnSpc>
              <a:spcBef>
                <a:spcPts val="0"/>
              </a:spcBef>
              <a:spcAft>
                <a:spcPts val="0"/>
              </a:spcAft>
              <a:buClr>
                <a:schemeClr val="dk1"/>
              </a:buClr>
              <a:buSzPts val="2100"/>
              <a:buFont typeface="Atkinson Hyperlegible"/>
              <a:buAutoNum type="arabicPeriod"/>
            </a:pPr>
            <a:r>
              <a:rPr lang="en" sz="2100">
                <a:solidFill>
                  <a:schemeClr val="dk1"/>
                </a:solidFill>
                <a:latin typeface="Atkinson Hyperlegible"/>
                <a:ea typeface="Atkinson Hyperlegible"/>
                <a:cs typeface="Atkinson Hyperlegible"/>
                <a:sym typeface="Atkinson Hyperlegible"/>
              </a:rPr>
              <a:t>Electronic notification</a:t>
            </a:r>
            <a:endParaRPr sz="2100">
              <a:solidFill>
                <a:schemeClr val="dk1"/>
              </a:solidFill>
              <a:latin typeface="Atkinson Hyperlegible"/>
              <a:ea typeface="Atkinson Hyperlegible"/>
              <a:cs typeface="Atkinson Hyperlegible"/>
              <a:sym typeface="Atkinson Hyperlegible"/>
            </a:endParaRPr>
          </a:p>
        </p:txBody>
      </p:sp>
      <p:sp>
        <p:nvSpPr>
          <p:cNvPr id="547" name="Google Shape;547;g31feb7dc331_35_27"/>
          <p:cNvSpPr txBox="1"/>
          <p:nvPr/>
        </p:nvSpPr>
        <p:spPr>
          <a:xfrm>
            <a:off x="944000" y="458775"/>
            <a:ext cx="5081700" cy="5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dk1"/>
                </a:solidFill>
                <a:latin typeface="Playfair Display"/>
                <a:ea typeface="Playfair Display"/>
                <a:cs typeface="Playfair Display"/>
                <a:sym typeface="Playfair Display"/>
              </a:rPr>
              <a:t>Our proposal</a:t>
            </a:r>
            <a:endParaRPr sz="3400">
              <a:solidFill>
                <a:schemeClr val="dk1"/>
              </a:solidFill>
              <a:latin typeface="Playfair Display"/>
              <a:ea typeface="Playfair Display"/>
              <a:cs typeface="Playfair Display"/>
              <a:sym typeface="Playfair Displa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8"/>
          <p:cNvSpPr txBox="1"/>
          <p:nvPr>
            <p:ph type="title"/>
          </p:nvPr>
        </p:nvSpPr>
        <p:spPr>
          <a:xfrm>
            <a:off x="1073175" y="2625300"/>
            <a:ext cx="6894600" cy="1193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9600"/>
              <a:buNone/>
            </a:pPr>
            <a:r>
              <a:rPr lang="en"/>
              <a:t>Thank </a:t>
            </a:r>
            <a:r>
              <a:rPr lang="en"/>
              <a:t>you for your attention</a:t>
            </a:r>
            <a:endParaRPr/>
          </a:p>
        </p:txBody>
      </p:sp>
      <p:grpSp>
        <p:nvGrpSpPr>
          <p:cNvPr id="553" name="Google Shape;553;p8"/>
          <p:cNvGrpSpPr/>
          <p:nvPr/>
        </p:nvGrpSpPr>
        <p:grpSpPr>
          <a:xfrm>
            <a:off x="6092156" y="3186546"/>
            <a:ext cx="3460055" cy="1983215"/>
            <a:chOff x="5840492" y="3042275"/>
            <a:chExt cx="3711708" cy="2127456"/>
          </a:xfrm>
        </p:grpSpPr>
        <p:pic>
          <p:nvPicPr>
            <p:cNvPr id="554" name="Google Shape;554;p8"/>
            <p:cNvPicPr preferRelativeResize="0"/>
            <p:nvPr/>
          </p:nvPicPr>
          <p:blipFill rotWithShape="1">
            <a:blip r:embed="rId3">
              <a:alphaModFix/>
            </a:blip>
            <a:srcRect b="30034" l="5517" r="0" t="-5104"/>
            <a:stretch/>
          </p:blipFill>
          <p:spPr>
            <a:xfrm>
              <a:off x="6270650" y="3042281"/>
              <a:ext cx="2873350" cy="2127450"/>
            </a:xfrm>
            <a:prstGeom prst="rect">
              <a:avLst/>
            </a:prstGeom>
            <a:noFill/>
            <a:ln>
              <a:noFill/>
            </a:ln>
          </p:spPr>
        </p:pic>
        <p:pic>
          <p:nvPicPr>
            <p:cNvPr id="555" name="Google Shape;555;p8"/>
            <p:cNvPicPr preferRelativeResize="0"/>
            <p:nvPr/>
          </p:nvPicPr>
          <p:blipFill rotWithShape="1">
            <a:blip r:embed="rId4">
              <a:alphaModFix/>
            </a:blip>
            <a:srcRect b="50880" l="11254" r="13011" t="0"/>
            <a:stretch/>
          </p:blipFill>
          <p:spPr>
            <a:xfrm>
              <a:off x="6270650" y="4058900"/>
              <a:ext cx="1965300" cy="1090200"/>
            </a:xfrm>
            <a:prstGeom prst="rect">
              <a:avLst/>
            </a:prstGeom>
            <a:noFill/>
            <a:ln>
              <a:noFill/>
            </a:ln>
          </p:spPr>
        </p:pic>
        <p:pic>
          <p:nvPicPr>
            <p:cNvPr id="556" name="Google Shape;556;p8"/>
            <p:cNvPicPr preferRelativeResize="0"/>
            <p:nvPr/>
          </p:nvPicPr>
          <p:blipFill rotWithShape="1">
            <a:blip r:embed="rId3">
              <a:alphaModFix/>
            </a:blip>
            <a:srcRect b="50813" l="0" r="0" t="4102"/>
            <a:stretch/>
          </p:blipFill>
          <p:spPr>
            <a:xfrm>
              <a:off x="6957325" y="4058905"/>
              <a:ext cx="2594875" cy="1090200"/>
            </a:xfrm>
            <a:prstGeom prst="rect">
              <a:avLst/>
            </a:prstGeom>
            <a:noFill/>
            <a:ln>
              <a:noFill/>
            </a:ln>
          </p:spPr>
        </p:pic>
        <p:pic>
          <p:nvPicPr>
            <p:cNvPr id="557" name="Google Shape;557;p8"/>
            <p:cNvPicPr preferRelativeResize="0"/>
            <p:nvPr/>
          </p:nvPicPr>
          <p:blipFill rotWithShape="1">
            <a:blip r:embed="rId5">
              <a:alphaModFix/>
            </a:blip>
            <a:srcRect b="50443" l="0" r="0" t="0"/>
            <a:stretch/>
          </p:blipFill>
          <p:spPr>
            <a:xfrm>
              <a:off x="6957313" y="4407050"/>
              <a:ext cx="1651475" cy="762675"/>
            </a:xfrm>
            <a:prstGeom prst="rect">
              <a:avLst/>
            </a:prstGeom>
            <a:noFill/>
            <a:ln>
              <a:noFill/>
            </a:ln>
          </p:spPr>
        </p:pic>
        <p:pic>
          <p:nvPicPr>
            <p:cNvPr id="558" name="Google Shape;558;p8"/>
            <p:cNvPicPr preferRelativeResize="0"/>
            <p:nvPr/>
          </p:nvPicPr>
          <p:blipFill rotWithShape="1">
            <a:blip r:embed="rId5">
              <a:alphaModFix/>
            </a:blip>
            <a:srcRect b="50443" l="0" r="0" t="0"/>
            <a:stretch/>
          </p:blipFill>
          <p:spPr>
            <a:xfrm>
              <a:off x="5840492" y="4604000"/>
              <a:ext cx="1224986" cy="565725"/>
            </a:xfrm>
            <a:prstGeom prst="rect">
              <a:avLst/>
            </a:prstGeom>
            <a:noFill/>
            <a:ln>
              <a:noFill/>
            </a:ln>
          </p:spPr>
        </p:pic>
        <p:pic>
          <p:nvPicPr>
            <p:cNvPr id="559" name="Google Shape;559;p8"/>
            <p:cNvPicPr preferRelativeResize="0"/>
            <p:nvPr/>
          </p:nvPicPr>
          <p:blipFill rotWithShape="1">
            <a:blip r:embed="rId3">
              <a:alphaModFix/>
            </a:blip>
            <a:srcRect b="30034" l="5518" r="50851" t="-5104"/>
            <a:stretch/>
          </p:blipFill>
          <p:spPr>
            <a:xfrm>
              <a:off x="7817175" y="3042275"/>
              <a:ext cx="1326825" cy="2127450"/>
            </a:xfrm>
            <a:prstGeom prst="rect">
              <a:avLst/>
            </a:prstGeom>
            <a:noFill/>
            <a:ln>
              <a:noFill/>
            </a:ln>
          </p:spPr>
        </p:pic>
      </p:grpSp>
      <p:grpSp>
        <p:nvGrpSpPr>
          <p:cNvPr id="560" name="Google Shape;560;p8"/>
          <p:cNvGrpSpPr/>
          <p:nvPr/>
        </p:nvGrpSpPr>
        <p:grpSpPr>
          <a:xfrm>
            <a:off x="-1" y="-5600"/>
            <a:ext cx="2932065" cy="1905885"/>
            <a:chOff x="-8" y="-5599"/>
            <a:chExt cx="3281550" cy="2133055"/>
          </a:xfrm>
        </p:grpSpPr>
        <p:grpSp>
          <p:nvGrpSpPr>
            <p:cNvPr id="561" name="Google Shape;561;p8"/>
            <p:cNvGrpSpPr/>
            <p:nvPr/>
          </p:nvGrpSpPr>
          <p:grpSpPr>
            <a:xfrm>
              <a:off x="-8" y="0"/>
              <a:ext cx="3281550" cy="2127456"/>
              <a:chOff x="-8" y="0"/>
              <a:chExt cx="3281550" cy="2127456"/>
            </a:xfrm>
          </p:grpSpPr>
          <p:pic>
            <p:nvPicPr>
              <p:cNvPr id="562" name="Google Shape;562;p8"/>
              <p:cNvPicPr preferRelativeResize="0"/>
              <p:nvPr/>
            </p:nvPicPr>
            <p:blipFill rotWithShape="1">
              <a:blip r:embed="rId3">
                <a:alphaModFix/>
              </a:blip>
              <a:srcRect b="30034" l="5517" r="0" t="-5104"/>
              <a:stretch/>
            </p:blipFill>
            <p:spPr>
              <a:xfrm rot="10800000">
                <a:off x="408192" y="0"/>
                <a:ext cx="2873350" cy="2127450"/>
              </a:xfrm>
              <a:prstGeom prst="rect">
                <a:avLst/>
              </a:prstGeom>
              <a:noFill/>
              <a:ln>
                <a:noFill/>
              </a:ln>
            </p:spPr>
          </p:pic>
          <p:pic>
            <p:nvPicPr>
              <p:cNvPr id="563" name="Google Shape;563;p8"/>
              <p:cNvPicPr preferRelativeResize="0"/>
              <p:nvPr/>
            </p:nvPicPr>
            <p:blipFill rotWithShape="1">
              <a:blip r:embed="rId4">
                <a:alphaModFix/>
              </a:blip>
              <a:srcRect b="50880" l="11254" r="13011" t="0"/>
              <a:stretch/>
            </p:blipFill>
            <p:spPr>
              <a:xfrm rot="10800000">
                <a:off x="1316242" y="20631"/>
                <a:ext cx="1965300" cy="1090200"/>
              </a:xfrm>
              <a:prstGeom prst="rect">
                <a:avLst/>
              </a:prstGeom>
              <a:noFill/>
              <a:ln>
                <a:noFill/>
              </a:ln>
            </p:spPr>
          </p:pic>
          <p:pic>
            <p:nvPicPr>
              <p:cNvPr id="564" name="Google Shape;564;p8"/>
              <p:cNvPicPr preferRelativeResize="0"/>
              <p:nvPr/>
            </p:nvPicPr>
            <p:blipFill rotWithShape="1">
              <a:blip r:embed="rId3">
                <a:alphaModFix/>
              </a:blip>
              <a:srcRect b="50813" l="0" r="0" t="4102"/>
              <a:stretch/>
            </p:blipFill>
            <p:spPr>
              <a:xfrm rot="10800000">
                <a:off x="-8" y="20626"/>
                <a:ext cx="2594875" cy="1090200"/>
              </a:xfrm>
              <a:prstGeom prst="rect">
                <a:avLst/>
              </a:prstGeom>
              <a:noFill/>
              <a:ln>
                <a:noFill/>
              </a:ln>
            </p:spPr>
          </p:pic>
          <p:pic>
            <p:nvPicPr>
              <p:cNvPr id="565" name="Google Shape;565;p8"/>
              <p:cNvPicPr preferRelativeResize="0"/>
              <p:nvPr/>
            </p:nvPicPr>
            <p:blipFill rotWithShape="1">
              <a:blip r:embed="rId3">
                <a:alphaModFix/>
              </a:blip>
              <a:srcRect b="30034" l="5518" r="50851" t="-5104"/>
              <a:stretch/>
            </p:blipFill>
            <p:spPr>
              <a:xfrm rot="10800000">
                <a:off x="408192" y="6"/>
                <a:ext cx="1326825" cy="2127450"/>
              </a:xfrm>
              <a:prstGeom prst="rect">
                <a:avLst/>
              </a:prstGeom>
              <a:noFill/>
              <a:ln>
                <a:noFill/>
              </a:ln>
            </p:spPr>
          </p:pic>
          <p:pic>
            <p:nvPicPr>
              <p:cNvPr id="566" name="Google Shape;566;p8"/>
              <p:cNvPicPr preferRelativeResize="0"/>
              <p:nvPr/>
            </p:nvPicPr>
            <p:blipFill rotWithShape="1">
              <a:blip r:embed="rId5">
                <a:alphaModFix/>
              </a:blip>
              <a:srcRect b="50443" l="0" r="0" t="0"/>
              <a:stretch/>
            </p:blipFill>
            <p:spPr>
              <a:xfrm rot="10800000">
                <a:off x="5" y="6"/>
                <a:ext cx="1651475" cy="762675"/>
              </a:xfrm>
              <a:prstGeom prst="rect">
                <a:avLst/>
              </a:prstGeom>
              <a:noFill/>
              <a:ln>
                <a:noFill/>
              </a:ln>
            </p:spPr>
          </p:pic>
          <p:pic>
            <p:nvPicPr>
              <p:cNvPr id="567" name="Google Shape;567;p8"/>
              <p:cNvPicPr preferRelativeResize="0"/>
              <p:nvPr/>
            </p:nvPicPr>
            <p:blipFill rotWithShape="1">
              <a:blip r:embed="rId5">
                <a:alphaModFix/>
              </a:blip>
              <a:srcRect b="50443" l="0" r="0" t="0"/>
              <a:stretch/>
            </p:blipFill>
            <p:spPr>
              <a:xfrm rot="10800000">
                <a:off x="5" y="682393"/>
                <a:ext cx="1651475" cy="762675"/>
              </a:xfrm>
              <a:prstGeom prst="rect">
                <a:avLst/>
              </a:prstGeom>
              <a:noFill/>
              <a:ln>
                <a:noFill/>
              </a:ln>
            </p:spPr>
          </p:pic>
        </p:grpSp>
        <p:pic>
          <p:nvPicPr>
            <p:cNvPr id="568" name="Google Shape;568;p8"/>
            <p:cNvPicPr preferRelativeResize="0"/>
            <p:nvPr/>
          </p:nvPicPr>
          <p:blipFill rotWithShape="1">
            <a:blip r:embed="rId4">
              <a:alphaModFix/>
            </a:blip>
            <a:srcRect b="50880" l="11254" r="13011" t="0"/>
            <a:stretch/>
          </p:blipFill>
          <p:spPr>
            <a:xfrm rot="10800000">
              <a:off x="809424" y="-5599"/>
              <a:ext cx="1611750" cy="894075"/>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rmal Meeting by Slidesgo">
  <a:themeElements>
    <a:clrScheme name="Simple Light">
      <a:dk1>
        <a:srgbClr val="000000"/>
      </a:dk1>
      <a:lt1>
        <a:srgbClr val="FFFFFF"/>
      </a:lt1>
      <a:dk2>
        <a:srgbClr val="001B5C"/>
      </a:dk2>
      <a:lt2>
        <a:srgbClr val="BF9000"/>
      </a:lt2>
      <a:accent1>
        <a:srgbClr val="D9D9D9"/>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